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280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804000" cy="6054314"/>
          </a:xfrm>
          <a:prstGeom prst="rect">
            <a:avLst/>
          </a:prstGeom>
          <a:solidFill>
            <a:srgbClr val="03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72685"/>
            <a:ext cx="42804000" cy="181629"/>
          </a:xfrm>
          <a:prstGeom prst="rect">
            <a:avLst/>
          </a:prstGeom>
          <a:solidFill>
            <a:srgbClr val="4DA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286" y="1210863"/>
            <a:ext cx="3950851" cy="21795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0863" y="908147"/>
            <a:ext cx="30464097" cy="28655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840"/>
              </a:lnSpc>
              <a:spcBef>
                <a:spcPts val="0"/>
              </a:spcBef>
            </a:pPr>
            <a:r>
              <a:rPr sz="10960">
                <a:solidFill>
                  <a:srgbClr val="FFFFFF"/>
                </a:solidFill>
                <a:latin typeface="Geist Light"/>
              </a:rPr>
              <a:t>Title of the poster as one statement</a:t>
            </a:r>
          </a:p>
          <a:p>
            <a:pPr>
              <a:lnSpc>
                <a:spcPts val="5550"/>
              </a:lnSpc>
              <a:spcBef>
                <a:spcPts val="2860"/>
              </a:spcBef>
            </a:pPr>
            <a:r>
              <a:rPr sz="4820">
                <a:solidFill>
                  <a:srgbClr val="FFFFFF"/>
                </a:solidFill>
                <a:latin typeface="Geist Medium"/>
              </a:rPr>
              <a:t>Name Surname and the Forming Worlds Lab</a:t>
            </a:r>
          </a:p>
          <a:p>
            <a:pPr>
              <a:lnSpc>
                <a:spcPts val="4540"/>
              </a:lnSpc>
              <a:spcBef>
                <a:spcPts val="950"/>
              </a:spcBef>
            </a:pPr>
            <a:r>
              <a:rPr sz="3950">
                <a:solidFill>
                  <a:srgbClr val="ABB2B8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0863" y="6962461"/>
            <a:ext cx="1356166" cy="1695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80"/>
              </a:lnSpc>
              <a:spcBef>
                <a:spcPts val="0"/>
              </a:spcBef>
            </a:pPr>
            <a:r>
              <a:rPr sz="12680">
                <a:solidFill>
                  <a:srgbClr val="4DAAD8"/>
                </a:solidFill>
                <a:latin typeface="Geist L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7029" y="7174362"/>
            <a:ext cx="11418436" cy="1754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470"/>
              </a:lnSpc>
              <a:spcBef>
                <a:spcPts val="0"/>
              </a:spcBef>
            </a:pPr>
            <a:r>
              <a:rPr sz="6670">
                <a:solidFill>
                  <a:srgbClr val="FFFFFF"/>
                </a:solidFill>
                <a:latin typeface="Geist Medium"/>
              </a:rPr>
              <a:t>First message as one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0596" y="10540561"/>
            <a:ext cx="12175137" cy="779109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768" y="10782733"/>
            <a:ext cx="11690792" cy="73067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0863" y="18513280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10596" y="19348775"/>
            <a:ext cx="12175137" cy="779109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768" y="19590948"/>
            <a:ext cx="11690792" cy="7306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0863" y="27321495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ABB2B8"/>
                </a:solidFill>
                <a:latin typeface="Geist"/>
              </a:rPr>
              <a:t>Second+ YY Journal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69810" y="6962461"/>
            <a:ext cx="30272" cy="21194529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14699" y="6962461"/>
            <a:ext cx="1356166" cy="1695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80"/>
              </a:lnSpc>
              <a:spcBef>
                <a:spcPts val="0"/>
              </a:spcBef>
            </a:pPr>
            <a:r>
              <a:rPr sz="12680">
                <a:solidFill>
                  <a:srgbClr val="4DAAD8"/>
                </a:solidFill>
                <a:latin typeface="Geist Ligh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70865" y="7174362"/>
            <a:ext cx="11418436" cy="1754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470"/>
              </a:lnSpc>
              <a:spcBef>
                <a:spcPts val="0"/>
              </a:spcBef>
            </a:pPr>
            <a:r>
              <a:rPr sz="6670">
                <a:solidFill>
                  <a:srgbClr val="FFFFFF"/>
                </a:solidFill>
                <a:latin typeface="Geist Medium"/>
              </a:rPr>
              <a:t>Second message as one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314432" y="10540561"/>
            <a:ext cx="12175137" cy="779109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604" y="10782733"/>
            <a:ext cx="11690792" cy="730674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14699" y="18513280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ABB2B8"/>
                </a:solidFill>
                <a:latin typeface="Geist"/>
              </a:rPr>
              <a:t>Third+ YY Journal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14432" y="19348775"/>
            <a:ext cx="12175137" cy="779109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604" y="19590948"/>
            <a:ext cx="11690792" cy="73067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14699" y="27321495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ABB2B8"/>
                </a:solidFill>
                <a:latin typeface="Geist"/>
              </a:rPr>
              <a:t>Fourth+ YY Journal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273646" y="6962461"/>
            <a:ext cx="30272" cy="21194529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18535" y="6962461"/>
            <a:ext cx="1356166" cy="1695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80"/>
              </a:lnSpc>
              <a:spcBef>
                <a:spcPts val="0"/>
              </a:spcBef>
            </a:pPr>
            <a:r>
              <a:rPr sz="12680">
                <a:solidFill>
                  <a:srgbClr val="4DAAD8"/>
                </a:solidFill>
                <a:latin typeface="Geist Ligh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4701" y="7174362"/>
            <a:ext cx="11418436" cy="1754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470"/>
              </a:lnSpc>
              <a:spcBef>
                <a:spcPts val="0"/>
              </a:spcBef>
            </a:pPr>
            <a:r>
              <a:rPr sz="6670">
                <a:solidFill>
                  <a:srgbClr val="FFFFFF"/>
                </a:solidFill>
                <a:latin typeface="Geist Medium"/>
              </a:rPr>
              <a:t>Third message as one statement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118267" y="10540561"/>
            <a:ext cx="12175137" cy="779109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0440" y="10782733"/>
            <a:ext cx="11690792" cy="730674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818535" y="18513280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ABB2B8"/>
                </a:solidFill>
                <a:latin typeface="Geist"/>
              </a:rPr>
              <a:t>Fifth+ YY Journal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118267" y="19348775"/>
            <a:ext cx="12175137" cy="779109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0440" y="19590948"/>
            <a:ext cx="11690792" cy="730674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8818535" y="27321495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ABB2B8"/>
                </a:solidFill>
                <a:latin typeface="Geist"/>
              </a:rPr>
              <a:t>Sixth+ YY Journal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0863" y="28990064"/>
            <a:ext cx="40382274" cy="5594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4410"/>
              </a:lnSpc>
              <a:spcBef>
                <a:spcPts val="0"/>
              </a:spcBef>
            </a:pPr>
            <a:r>
              <a:rPr sz="3840">
                <a:solidFill>
                  <a:srgbClr val="ABB2B8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804000" cy="605431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72685"/>
            <a:ext cx="42804000" cy="181629"/>
          </a:xfrm>
          <a:prstGeom prst="rect">
            <a:avLst/>
          </a:prstGeom>
          <a:solidFill>
            <a:srgbClr val="00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286" y="1210863"/>
            <a:ext cx="3950851" cy="21795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0863" y="908147"/>
            <a:ext cx="30464097" cy="28655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840"/>
              </a:lnSpc>
              <a:spcBef>
                <a:spcPts val="0"/>
              </a:spcBef>
            </a:pPr>
            <a:r>
              <a:rPr sz="10960">
                <a:solidFill>
                  <a:srgbClr val="010305"/>
                </a:solidFill>
                <a:latin typeface="Geist Light"/>
              </a:rPr>
              <a:t>Title of the poster as one statement</a:t>
            </a:r>
          </a:p>
          <a:p>
            <a:pPr>
              <a:lnSpc>
                <a:spcPts val="5550"/>
              </a:lnSpc>
              <a:spcBef>
                <a:spcPts val="2860"/>
              </a:spcBef>
            </a:pPr>
            <a:r>
              <a:rPr sz="4820">
                <a:solidFill>
                  <a:srgbClr val="010305"/>
                </a:solidFill>
                <a:latin typeface="Geist Medium"/>
              </a:rPr>
              <a:t>Name Surname and the Forming Worlds Lab</a:t>
            </a:r>
          </a:p>
          <a:p>
            <a:pPr>
              <a:lnSpc>
                <a:spcPts val="4540"/>
              </a:lnSpc>
              <a:spcBef>
                <a:spcPts val="950"/>
              </a:spcBef>
            </a:pPr>
            <a:r>
              <a:rPr sz="3950">
                <a:solidFill>
                  <a:srgbClr val="475159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0863" y="6962461"/>
            <a:ext cx="1356166" cy="1695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80"/>
              </a:lnSpc>
              <a:spcBef>
                <a:spcPts val="0"/>
              </a:spcBef>
            </a:pPr>
            <a:r>
              <a:rPr sz="12680">
                <a:solidFill>
                  <a:srgbClr val="0072A1"/>
                </a:solidFill>
                <a:latin typeface="Geist L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7029" y="7174362"/>
            <a:ext cx="11418436" cy="1754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470"/>
              </a:lnSpc>
              <a:spcBef>
                <a:spcPts val="0"/>
              </a:spcBef>
            </a:pPr>
            <a:r>
              <a:rPr sz="6670">
                <a:solidFill>
                  <a:srgbClr val="010305"/>
                </a:solidFill>
                <a:latin typeface="Geist Medium"/>
              </a:rPr>
              <a:t>First message as one statement</a:t>
            </a:r>
          </a:p>
        </p:txBody>
      </p:sp>
      <p:pic>
        <p:nvPicPr>
          <p:cNvPr id="8" name="Picture 7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92" y="10540561"/>
            <a:ext cx="12465744" cy="7791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0863" y="18513280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10" name="Picture 9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92" y="19348775"/>
            <a:ext cx="12465744" cy="77910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0863" y="27321495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475159"/>
                </a:solidFill>
                <a:latin typeface="Geist"/>
              </a:rPr>
              <a:t>Second+ YY Journal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69810" y="6962461"/>
            <a:ext cx="30272" cy="21194529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14699" y="6962461"/>
            <a:ext cx="1356166" cy="1695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80"/>
              </a:lnSpc>
              <a:spcBef>
                <a:spcPts val="0"/>
              </a:spcBef>
            </a:pPr>
            <a:r>
              <a:rPr sz="12680">
                <a:solidFill>
                  <a:srgbClr val="0072A1"/>
                </a:solidFill>
                <a:latin typeface="Geist Ligh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70865" y="7174362"/>
            <a:ext cx="11418436" cy="1754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470"/>
              </a:lnSpc>
              <a:spcBef>
                <a:spcPts val="0"/>
              </a:spcBef>
            </a:pPr>
            <a:r>
              <a:rPr sz="6670">
                <a:solidFill>
                  <a:srgbClr val="010305"/>
                </a:solidFill>
                <a:latin typeface="Geist Medium"/>
              </a:rPr>
              <a:t>Second message as one statement</a:t>
            </a:r>
          </a:p>
        </p:txBody>
      </p:sp>
      <p:pic>
        <p:nvPicPr>
          <p:cNvPr id="15" name="Picture 14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9128" y="10540561"/>
            <a:ext cx="12465744" cy="77910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14699" y="18513280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475159"/>
                </a:solidFill>
                <a:latin typeface="Geist"/>
              </a:rPr>
              <a:t>Third+ YY Journal</a:t>
            </a:r>
          </a:p>
        </p:txBody>
      </p:sp>
      <p:pic>
        <p:nvPicPr>
          <p:cNvPr id="17" name="Picture 16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9128" y="19348775"/>
            <a:ext cx="12465744" cy="77910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14699" y="27321495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475159"/>
                </a:solidFill>
                <a:latin typeface="Geist"/>
              </a:rPr>
              <a:t>Fourth+ YY Journal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73646" y="6962461"/>
            <a:ext cx="30272" cy="21194529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18535" y="6962461"/>
            <a:ext cx="1356166" cy="1695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80"/>
              </a:lnSpc>
              <a:spcBef>
                <a:spcPts val="0"/>
              </a:spcBef>
            </a:pPr>
            <a:r>
              <a:rPr sz="12680">
                <a:solidFill>
                  <a:srgbClr val="0072A1"/>
                </a:solidFill>
                <a:latin typeface="Geist Ligh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4701" y="7174362"/>
            <a:ext cx="11418436" cy="1754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470"/>
              </a:lnSpc>
              <a:spcBef>
                <a:spcPts val="0"/>
              </a:spcBef>
            </a:pPr>
            <a:r>
              <a:rPr sz="6670">
                <a:solidFill>
                  <a:srgbClr val="010305"/>
                </a:solidFill>
                <a:latin typeface="Geist Medium"/>
              </a:rPr>
              <a:t>Third message as one statement</a:t>
            </a:r>
          </a:p>
        </p:txBody>
      </p:sp>
      <p:pic>
        <p:nvPicPr>
          <p:cNvPr id="22" name="Picture 21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2964" y="10540561"/>
            <a:ext cx="12465744" cy="77910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818535" y="18513280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475159"/>
                </a:solidFill>
                <a:latin typeface="Geist"/>
              </a:rPr>
              <a:t>Fifth+ YY Journal</a:t>
            </a:r>
          </a:p>
        </p:txBody>
      </p:sp>
      <p:pic>
        <p:nvPicPr>
          <p:cNvPr id="24" name="Picture 23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2964" y="19348775"/>
            <a:ext cx="12465744" cy="77910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818535" y="27321495"/>
            <a:ext cx="12774603" cy="714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</a:pPr>
            <a:r>
              <a:rPr sz="3340">
                <a:solidFill>
                  <a:srgbClr val="475159"/>
                </a:solidFill>
                <a:latin typeface="Geist"/>
              </a:rPr>
              <a:t>Sixth+ YY Journal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0863" y="28990064"/>
            <a:ext cx="40382274" cy="5594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4410"/>
              </a:lnSpc>
              <a:spcBef>
                <a:spcPts val="0"/>
              </a:spcBef>
            </a:pPr>
            <a:r>
              <a:rPr sz="3840">
                <a:solidFill>
                  <a:srgbClr val="475159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Forming Worlds Lab poster (a0landscape)</dc:title>
  <dc:subject/>
  <dc:creator>Forming Worlds Lab</dc:creator>
  <cp:keywords/>
  <dc:description>generated using python-pptx</dc:description>
  <cp:lastModifiedBy>Forming Worlds Lab</cp:lastModifiedBy>
  <cp:revision>1</cp:revision>
  <dcterms:created xsi:type="dcterms:W3CDTF">2026-10-20T00:00:00Z</dcterms:created>
  <dcterms:modified xsi:type="dcterms:W3CDTF">2026-10-20T00:00:00Z</dcterms:modified>
  <cp:category/>
</cp:coreProperties>
</file>