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4280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030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804000" cy="6054314"/>
          </a:xfrm>
          <a:prstGeom prst="rect">
            <a:avLst/>
          </a:prstGeom>
          <a:solidFill>
            <a:srgbClr val="0309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72685"/>
            <a:ext cx="42804000" cy="181629"/>
          </a:xfrm>
          <a:prstGeom prst="rect">
            <a:avLst/>
          </a:prstGeom>
          <a:solidFill>
            <a:srgbClr val="4DAA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2286" y="1210863"/>
            <a:ext cx="3950851" cy="2179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0863" y="908147"/>
            <a:ext cx="29253234" cy="48434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10">
                <a:solidFill>
                  <a:srgbClr val="FFFFFF"/>
                </a:solidFill>
                <a:latin typeface="Geist Light"/>
              </a:rPr>
              <a:t>Title of the poster as one statement</a:t>
            </a:r>
          </a:p>
          <a:p>
            <a:r>
              <a:rPr sz="4840">
                <a:solidFill>
                  <a:srgbClr val="FFFFFF"/>
                </a:solidFill>
                <a:latin typeface="Geist Medium"/>
              </a:rPr>
              <a:t>Name Surname and the Forming Worlds Lab</a:t>
            </a:r>
          </a:p>
          <a:p>
            <a:r>
              <a:rPr sz="3960">
                <a:solidFill>
                  <a:srgbClr val="ABB2B8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69810" y="6962461"/>
            <a:ext cx="30272" cy="21194529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0863" y="6962461"/>
            <a:ext cx="1356166" cy="1695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730">
                <a:solidFill>
                  <a:srgbClr val="4DAAD8"/>
                </a:solidFill>
                <a:latin typeface="Geist L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7029" y="7174362"/>
            <a:ext cx="11418436" cy="2203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700">
                <a:solidFill>
                  <a:srgbClr val="FFFFFF"/>
                </a:solidFill>
                <a:latin typeface="Geist Medium"/>
              </a:rPr>
              <a:t>First message as one statement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5835" y="10328660"/>
            <a:ext cx="12344658" cy="7897040"/>
          </a:xfrm>
          <a:prstGeom prst="roundRect">
            <a:avLst>
              <a:gd name="adj" fmla="val 30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008" y="10570832"/>
            <a:ext cx="11860313" cy="74126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0863" y="18407330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5835" y="19242825"/>
            <a:ext cx="12344658" cy="7897040"/>
          </a:xfrm>
          <a:prstGeom prst="roundRect">
            <a:avLst>
              <a:gd name="adj" fmla="val 30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8008" y="19484997"/>
            <a:ext cx="11860313" cy="741269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10863" y="27321495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273646" y="6962461"/>
            <a:ext cx="30272" cy="21194529"/>
          </a:xfrm>
          <a:prstGeom prst="rect">
            <a:avLst/>
          </a:prstGeom>
          <a:solidFill>
            <a:srgbClr val="2A3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14699" y="6962461"/>
            <a:ext cx="1356166" cy="1695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730">
                <a:solidFill>
                  <a:srgbClr val="4DAAD8"/>
                </a:solidFill>
                <a:latin typeface="Geist Ligh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0865" y="7174362"/>
            <a:ext cx="11418436" cy="2203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700">
                <a:solidFill>
                  <a:srgbClr val="FFFFFF"/>
                </a:solidFill>
                <a:latin typeface="Geist Medium"/>
              </a:rPr>
              <a:t>Second message as one statement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229671" y="10328660"/>
            <a:ext cx="12344658" cy="7897040"/>
          </a:xfrm>
          <a:prstGeom prst="roundRect">
            <a:avLst>
              <a:gd name="adj" fmla="val 30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1844" y="10570832"/>
            <a:ext cx="11860313" cy="741269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014699" y="18407330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5229671" y="19242825"/>
            <a:ext cx="12344658" cy="7897040"/>
          </a:xfrm>
          <a:prstGeom prst="roundRect">
            <a:avLst>
              <a:gd name="adj" fmla="val 30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71844" y="19484997"/>
            <a:ext cx="11860313" cy="741269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5014699" y="27321495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18535" y="6962461"/>
            <a:ext cx="1356166" cy="1695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730">
                <a:solidFill>
                  <a:srgbClr val="4DAAD8"/>
                </a:solidFill>
                <a:latin typeface="Geist Light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4701" y="7174362"/>
            <a:ext cx="11418436" cy="2203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700">
                <a:solidFill>
                  <a:srgbClr val="FFFFFF"/>
                </a:solidFill>
                <a:latin typeface="Geist Medium"/>
              </a:rPr>
              <a:t>Third message as one statement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033507" y="10328660"/>
            <a:ext cx="12344658" cy="7897040"/>
          </a:xfrm>
          <a:prstGeom prst="roundRect">
            <a:avLst>
              <a:gd name="adj" fmla="val 30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5680" y="10570832"/>
            <a:ext cx="11860313" cy="74126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8818535" y="18407330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033507" y="19242825"/>
            <a:ext cx="12344658" cy="7897040"/>
          </a:xfrm>
          <a:prstGeom prst="roundRect">
            <a:avLst>
              <a:gd name="adj" fmla="val 30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75680" y="19484997"/>
            <a:ext cx="11860313" cy="741269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28818535" y="27321495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ABB2B8"/>
                </a:solidFill>
                <a:latin typeface="Geist"/>
              </a:rPr>
              <a:t>Author+ YY Journal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10863" y="28871399"/>
            <a:ext cx="40382274" cy="678083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850">
                <a:solidFill>
                  <a:srgbClr val="ABB2B8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804000" cy="6054314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72685"/>
            <a:ext cx="42804000" cy="181629"/>
          </a:xfrm>
          <a:prstGeom prst="rect">
            <a:avLst/>
          </a:prstGeom>
          <a:solidFill>
            <a:srgbClr val="0072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wl-logo-i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2286" y="1210863"/>
            <a:ext cx="3950851" cy="2179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0863" y="908147"/>
            <a:ext cx="29253234" cy="48434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10">
                <a:solidFill>
                  <a:srgbClr val="010305"/>
                </a:solidFill>
                <a:latin typeface="Geist Light"/>
              </a:rPr>
              <a:t>Title of the poster as one statement</a:t>
            </a:r>
          </a:p>
          <a:p>
            <a:r>
              <a:rPr sz="4840">
                <a:solidFill>
                  <a:srgbClr val="010305"/>
                </a:solidFill>
                <a:latin typeface="Geist Medium"/>
              </a:rPr>
              <a:t>Name Surname and the Forming Worlds Lab</a:t>
            </a:r>
          </a:p>
          <a:p>
            <a:r>
              <a:rPr sz="3960">
                <a:solidFill>
                  <a:srgbClr val="475159"/>
                </a:solidFill>
                <a:latin typeface="Geist"/>
              </a:rPr>
              <a:t>Kapteyn Astronomical Institute, University of Groningen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69810" y="6962461"/>
            <a:ext cx="30272" cy="21194529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0863" y="6962461"/>
            <a:ext cx="1356166" cy="1695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730">
                <a:solidFill>
                  <a:srgbClr val="0072A1"/>
                </a:solidFill>
                <a:latin typeface="Geist L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7029" y="7174362"/>
            <a:ext cx="11418436" cy="2203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700">
                <a:solidFill>
                  <a:srgbClr val="010305"/>
                </a:solidFill>
                <a:latin typeface="Geist Medium"/>
              </a:rPr>
              <a:t>First message as one statement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532" y="10328660"/>
            <a:ext cx="12635265" cy="7897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10863" y="18407330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532" y="19242825"/>
            <a:ext cx="12635265" cy="78970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0863" y="27321495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273646" y="6962461"/>
            <a:ext cx="30272" cy="21194529"/>
          </a:xfrm>
          <a:prstGeom prst="rect">
            <a:avLst/>
          </a:prstGeom>
          <a:solidFill>
            <a:srgbClr val="CB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14699" y="6962461"/>
            <a:ext cx="1356166" cy="1695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730">
                <a:solidFill>
                  <a:srgbClr val="0072A1"/>
                </a:solidFill>
                <a:latin typeface="Geist Light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70865" y="7174362"/>
            <a:ext cx="11418436" cy="2203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700">
                <a:solidFill>
                  <a:srgbClr val="010305"/>
                </a:solidFill>
                <a:latin typeface="Geist Medium"/>
              </a:rPr>
              <a:t>Second message as one statement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4368" y="10328660"/>
            <a:ext cx="12635265" cy="7897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5014699" y="18407330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4368" y="19242825"/>
            <a:ext cx="12635265" cy="78970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5014699" y="27321495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18535" y="6962461"/>
            <a:ext cx="1356166" cy="16952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730">
                <a:solidFill>
                  <a:srgbClr val="0072A1"/>
                </a:solidFill>
                <a:latin typeface="Geist Ligh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4701" y="7174362"/>
            <a:ext cx="11418436" cy="220377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6700">
                <a:solidFill>
                  <a:srgbClr val="010305"/>
                </a:solidFill>
                <a:latin typeface="Geist Medium"/>
              </a:rPr>
              <a:t>Third message as one statement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204" y="10328660"/>
            <a:ext cx="12635265" cy="7897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8818535" y="18407330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204" y="19242825"/>
            <a:ext cx="12635265" cy="7897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8818535" y="27321495"/>
            <a:ext cx="12774603" cy="8476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350">
                <a:solidFill>
                  <a:srgbClr val="475159"/>
                </a:solidFill>
                <a:latin typeface="Geist"/>
              </a:rPr>
              <a:t>Author+ YY Journal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0863" y="28871399"/>
            <a:ext cx="40382274" cy="678083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850">
                <a:solidFill>
                  <a:srgbClr val="475159"/>
                </a:solidFill>
                <a:latin typeface="Geist"/>
              </a:rPr>
              <a:t>formingworlds.space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Forming Worlds Lab poster (a0landscape)</dc:title>
  <dc:subject/>
  <dc:creator>Forming Worlds Lab</dc:creator>
  <cp:keywords/>
  <dc:description>generated using python-pptx</dc:description>
  <cp:lastModifiedBy>Forming Worlds Lab</cp:lastModifiedBy>
  <cp:revision>1</cp:revision>
  <dcterms:created xsi:type="dcterms:W3CDTF">2026-10-20T00:00:00Z</dcterms:created>
  <dcterms:modified xsi:type="dcterms:W3CDTF">2026-10-20T00:00:00Z</dcterms:modified>
  <cp:category/>
</cp:coreProperties>
</file>