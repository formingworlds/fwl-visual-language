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3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1295413"/>
          </a:xfrm>
          <a:prstGeom prst="rect">
            <a:avLst/>
          </a:prstGeom>
          <a:solidFill>
            <a:srgbClr val="03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49692"/>
            <a:ext cx="12192120" cy="45720"/>
          </a:xfrm>
          <a:prstGeom prst="rect">
            <a:avLst/>
          </a:prstGeom>
          <a:solidFill>
            <a:srgbClr val="4DA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wl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1972" y="259083"/>
            <a:ext cx="845345" cy="4663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803" y="194312"/>
            <a:ext cx="8412563" cy="10363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10">
                <a:solidFill>
                  <a:srgbClr val="FFFFFF"/>
                </a:solidFill>
                <a:latin typeface="Geist Light"/>
              </a:rPr>
              <a:t>Title of the poster as one statement</a:t>
            </a:r>
          </a:p>
          <a:p>
            <a:r>
              <a:rPr sz="1060">
                <a:solidFill>
                  <a:srgbClr val="FFFFFF"/>
                </a:solidFill>
                <a:latin typeface="Geist Medium"/>
              </a:rPr>
              <a:t>Name Surname and the Forming Worlds Lab</a:t>
            </a:r>
          </a:p>
          <a:p>
            <a:r>
              <a:rPr sz="869">
                <a:solidFill>
                  <a:srgbClr val="ABB2B8"/>
                </a:solidFill>
                <a:latin typeface="Geist"/>
              </a:rPr>
              <a:t>Kapteyn Astronomical Institute, University of Groningen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41" y="1524015"/>
            <a:ext cx="7620" cy="4800580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803" y="1524015"/>
            <a:ext cx="304803" cy="3810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60">
                <a:solidFill>
                  <a:srgbClr val="4DAAD8"/>
                </a:solidFill>
                <a:latin typeface="Geist Ligh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6" y="1571640"/>
            <a:ext cx="3383313" cy="4953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10">
                <a:solidFill>
                  <a:srgbClr val="FFFFFF"/>
                </a:solidFill>
                <a:latin typeface="Geist Medium"/>
              </a:rPr>
              <a:t>First message as one statement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254" y="2293643"/>
            <a:ext cx="2771215" cy="177773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14" y="2354603"/>
            <a:ext cx="2649294" cy="16558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4803" y="4117093"/>
            <a:ext cx="3688116" cy="1981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80">
                <a:solidFill>
                  <a:srgbClr val="ABB2B8"/>
                </a:solidFill>
                <a:latin typeface="Geist"/>
              </a:rPr>
              <a:t>Author+ YY Journal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254" y="4309119"/>
            <a:ext cx="2771215" cy="177773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14" y="4370079"/>
            <a:ext cx="2649294" cy="16558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4803" y="6132569"/>
            <a:ext cx="3688116" cy="1981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80">
                <a:solidFill>
                  <a:srgbClr val="ABB2B8"/>
                </a:solidFill>
                <a:latin typeface="Geist"/>
              </a:rPr>
              <a:t>Author+ YY Journal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2039" y="1524015"/>
            <a:ext cx="7620" cy="4800580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2002" y="1524015"/>
            <a:ext cx="304803" cy="3810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60">
                <a:solidFill>
                  <a:srgbClr val="4DAAD8"/>
                </a:solidFill>
                <a:latin typeface="Geist Ligh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6805" y="1571640"/>
            <a:ext cx="3383313" cy="4953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10">
                <a:solidFill>
                  <a:srgbClr val="FFFFFF"/>
                </a:solidFill>
                <a:latin typeface="Geist Medium"/>
              </a:rPr>
              <a:t>Second message as one statement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10453" y="2293643"/>
            <a:ext cx="2771215" cy="177773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413" y="2354603"/>
            <a:ext cx="2649294" cy="16558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252002" y="4117093"/>
            <a:ext cx="3688116" cy="1981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80">
                <a:solidFill>
                  <a:srgbClr val="ABB2B8"/>
                </a:solidFill>
                <a:latin typeface="Geist"/>
              </a:rPr>
              <a:t>Author+ YY Journal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10453" y="4309119"/>
            <a:ext cx="2771215" cy="177773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413" y="4370079"/>
            <a:ext cx="2649294" cy="165580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52002" y="6132569"/>
            <a:ext cx="3688116" cy="1981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80">
                <a:solidFill>
                  <a:srgbClr val="ABB2B8"/>
                </a:solidFill>
                <a:latin typeface="Geist"/>
              </a:rPr>
              <a:t>Author+ YY Journal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9201" y="1524015"/>
            <a:ext cx="304803" cy="3810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60">
                <a:solidFill>
                  <a:srgbClr val="4DAAD8"/>
                </a:solidFill>
                <a:latin typeface="Geist Ligh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4004" y="1571640"/>
            <a:ext cx="3383313" cy="4953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10">
                <a:solidFill>
                  <a:srgbClr val="FFFFFF"/>
                </a:solidFill>
                <a:latin typeface="Geist Medium"/>
              </a:rPr>
              <a:t>Third message as one statement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57651" y="2293643"/>
            <a:ext cx="2771215" cy="177773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612" y="2354603"/>
            <a:ext cx="2649294" cy="165580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199201" y="4117093"/>
            <a:ext cx="3688116" cy="1981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80">
                <a:solidFill>
                  <a:srgbClr val="ABB2B8"/>
                </a:solidFill>
                <a:latin typeface="Geist"/>
              </a:rPr>
              <a:t>Author+ YY Journal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57651" y="4309119"/>
            <a:ext cx="2771215" cy="177773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612" y="4370079"/>
            <a:ext cx="2649294" cy="165580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99201" y="6132569"/>
            <a:ext cx="3688116" cy="1981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80">
                <a:solidFill>
                  <a:srgbClr val="ABB2B8"/>
                </a:solidFill>
                <a:latin typeface="Geist"/>
              </a:rPr>
              <a:t>Author+ YY Journal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4803" y="6516621"/>
            <a:ext cx="11582514" cy="15849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900">
                <a:solidFill>
                  <a:srgbClr val="ABB2B8"/>
                </a:solidFill>
                <a:latin typeface="Geist"/>
              </a:rPr>
              <a:t>formingworlds.space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1295413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49692"/>
            <a:ext cx="12192120" cy="45720"/>
          </a:xfrm>
          <a:prstGeom prst="rect">
            <a:avLst/>
          </a:prstGeom>
          <a:solidFill>
            <a:srgbClr val="007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wl-logo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1972" y="259083"/>
            <a:ext cx="845345" cy="4663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803" y="194312"/>
            <a:ext cx="8412563" cy="10363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10">
                <a:solidFill>
                  <a:srgbClr val="010305"/>
                </a:solidFill>
                <a:latin typeface="Geist Light"/>
              </a:rPr>
              <a:t>Title of the poster as one statement</a:t>
            </a:r>
          </a:p>
          <a:p>
            <a:r>
              <a:rPr sz="1060">
                <a:solidFill>
                  <a:srgbClr val="010305"/>
                </a:solidFill>
                <a:latin typeface="Geist Medium"/>
              </a:rPr>
              <a:t>Name Surname and the Forming Worlds Lab</a:t>
            </a:r>
          </a:p>
          <a:p>
            <a:r>
              <a:rPr sz="869">
                <a:solidFill>
                  <a:srgbClr val="475159"/>
                </a:solidFill>
                <a:latin typeface="Geist"/>
              </a:rPr>
              <a:t>Kapteyn Astronomical Institute, University of Groningen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41" y="1524015"/>
            <a:ext cx="7620" cy="4800580"/>
          </a:xfrm>
          <a:prstGeom prst="rect">
            <a:avLst/>
          </a:prstGeom>
          <a:solidFill>
            <a:srgbClr val="CB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803" y="1524015"/>
            <a:ext cx="304803" cy="3810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60">
                <a:solidFill>
                  <a:srgbClr val="0072A1"/>
                </a:solidFill>
                <a:latin typeface="Geist Ligh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6" y="1571640"/>
            <a:ext cx="3383313" cy="4953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10">
                <a:solidFill>
                  <a:srgbClr val="010305"/>
                </a:solidFill>
                <a:latin typeface="Geist Medium"/>
              </a:rPr>
              <a:t>First message as one statement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77" y="2293643"/>
            <a:ext cx="2844368" cy="17777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4803" y="4117093"/>
            <a:ext cx="3688116" cy="1981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80">
                <a:solidFill>
                  <a:srgbClr val="475159"/>
                </a:solidFill>
                <a:latin typeface="Geist"/>
              </a:rPr>
              <a:t>Author+ YY Journal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77" y="4309119"/>
            <a:ext cx="2844368" cy="17777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4803" y="6132569"/>
            <a:ext cx="3688116" cy="1981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80">
                <a:solidFill>
                  <a:srgbClr val="475159"/>
                </a:solidFill>
                <a:latin typeface="Geist"/>
              </a:rPr>
              <a:t>Author+ YY Journal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2039" y="1524015"/>
            <a:ext cx="7620" cy="4800580"/>
          </a:xfrm>
          <a:prstGeom prst="rect">
            <a:avLst/>
          </a:prstGeom>
          <a:solidFill>
            <a:srgbClr val="CB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2002" y="1524015"/>
            <a:ext cx="304803" cy="3810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60">
                <a:solidFill>
                  <a:srgbClr val="0072A1"/>
                </a:solidFill>
                <a:latin typeface="Geist Ligh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6805" y="1571640"/>
            <a:ext cx="3383313" cy="4953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10">
                <a:solidFill>
                  <a:srgbClr val="010305"/>
                </a:solidFill>
                <a:latin typeface="Geist Medium"/>
              </a:rPr>
              <a:t>Second message as one statement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876" y="2293643"/>
            <a:ext cx="2844368" cy="177773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252002" y="4117093"/>
            <a:ext cx="3688116" cy="1981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80">
                <a:solidFill>
                  <a:srgbClr val="475159"/>
                </a:solidFill>
                <a:latin typeface="Geist"/>
              </a:rPr>
              <a:t>Author+ YY Journal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876" y="4309119"/>
            <a:ext cx="2844368" cy="177773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252002" y="6132569"/>
            <a:ext cx="3688116" cy="1981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80">
                <a:solidFill>
                  <a:srgbClr val="475159"/>
                </a:solidFill>
                <a:latin typeface="Geist"/>
              </a:rPr>
              <a:t>Author+ YY Journal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9201" y="1524015"/>
            <a:ext cx="304803" cy="3810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60">
                <a:solidFill>
                  <a:srgbClr val="0072A1"/>
                </a:solidFill>
                <a:latin typeface="Geist Ligh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4004" y="1571640"/>
            <a:ext cx="3383313" cy="4953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10">
                <a:solidFill>
                  <a:srgbClr val="010305"/>
                </a:solidFill>
                <a:latin typeface="Geist Medium"/>
              </a:rPr>
              <a:t>Third message as one statement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075" y="2293643"/>
            <a:ext cx="2844368" cy="177773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199201" y="4117093"/>
            <a:ext cx="3688116" cy="1981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80">
                <a:solidFill>
                  <a:srgbClr val="475159"/>
                </a:solidFill>
                <a:latin typeface="Geist"/>
              </a:rPr>
              <a:t>Author+ YY Journal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075" y="4309119"/>
            <a:ext cx="2844368" cy="177773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199201" y="6132569"/>
            <a:ext cx="3688116" cy="1981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80">
                <a:solidFill>
                  <a:srgbClr val="475159"/>
                </a:solidFill>
                <a:latin typeface="Geist"/>
              </a:rPr>
              <a:t>Author+ YY Journal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803" y="6516621"/>
            <a:ext cx="11582514" cy="15849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900">
                <a:solidFill>
                  <a:srgbClr val="475159"/>
                </a:solidFill>
                <a:latin typeface="Geist"/>
              </a:rPr>
              <a:t>formingworlds.space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Forming Worlds Lab poster (slide)</dc:title>
  <dc:subject/>
  <dc:creator>Forming Worlds Lab</dc:creator>
  <cp:keywords/>
  <dc:description>generated using python-pptx</dc:description>
  <cp:lastModifiedBy>Forming Worlds Lab</cp:lastModifiedBy>
  <cp:revision>1</cp:revision>
  <dcterms:created xsi:type="dcterms:W3CDTF">2026-10-20T00:00:00Z</dcterms:created>
  <dcterms:modified xsi:type="dcterms:W3CDTF">2026-10-20T00:00:00Z</dcterms:modified>
  <cp:category/>
</cp:coreProperties>
</file>