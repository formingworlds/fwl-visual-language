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1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3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1295413"/>
          </a:xfrm>
          <a:prstGeom prst="rect">
            <a:avLst/>
          </a:prstGeom>
          <a:solidFill>
            <a:srgbClr val="030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49692"/>
            <a:ext cx="12192120" cy="45720"/>
          </a:xfrm>
          <a:prstGeom prst="rect">
            <a:avLst/>
          </a:prstGeom>
          <a:solidFill>
            <a:srgbClr val="4DAA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wl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1972" y="259083"/>
            <a:ext cx="845345" cy="466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4803" y="194312"/>
            <a:ext cx="8717366" cy="6431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590"/>
              </a:lnSpc>
              <a:spcBef>
                <a:spcPts val="0"/>
              </a:spcBef>
            </a:pPr>
            <a:r>
              <a:rPr sz="2400">
                <a:solidFill>
                  <a:srgbClr val="FFFFFF"/>
                </a:solidFill>
                <a:latin typeface="Geist Light"/>
              </a:rPr>
              <a:t>Title of the poster as one statement</a:t>
            </a:r>
          </a:p>
          <a:p>
            <a:pPr>
              <a:lnSpc>
                <a:spcPts val="1210"/>
              </a:lnSpc>
              <a:spcBef>
                <a:spcPts val="720"/>
              </a:spcBef>
            </a:pPr>
            <a:r>
              <a:rPr sz="1060">
                <a:solidFill>
                  <a:srgbClr val="FFFFFF"/>
                </a:solidFill>
                <a:latin typeface="Geist Medium"/>
              </a:rPr>
              <a:t>Name Surname and the Forming Worlds Lab</a:t>
            </a:r>
          </a:p>
          <a:p>
            <a:pPr>
              <a:lnSpc>
                <a:spcPts val="990"/>
              </a:lnSpc>
              <a:spcBef>
                <a:spcPts val="240"/>
              </a:spcBef>
            </a:pPr>
            <a:r>
              <a:rPr sz="860">
                <a:solidFill>
                  <a:srgbClr val="ABB2B8"/>
                </a:solidFill>
                <a:latin typeface="Geist"/>
              </a:rPr>
              <a:t>Kapteyn Astronomical Institute, University of Groningen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3" y="1524015"/>
            <a:ext cx="304803" cy="3810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850"/>
              </a:lnSpc>
              <a:spcBef>
                <a:spcPts val="0"/>
              </a:spcBef>
            </a:pPr>
            <a:r>
              <a:rPr sz="2850">
                <a:solidFill>
                  <a:srgbClr val="4DAAD8"/>
                </a:solidFill>
                <a:latin typeface="Geist Ligh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6" y="1571640"/>
            <a:ext cx="3383313" cy="3429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680"/>
              </a:lnSpc>
              <a:spcBef>
                <a:spcPts val="0"/>
              </a:spcBef>
            </a:pPr>
            <a:r>
              <a:rPr sz="1500">
                <a:solidFill>
                  <a:srgbClr val="FFFFFF"/>
                </a:solidFill>
                <a:latin typeface="Geist Medium"/>
              </a:rPr>
              <a:t>First message as one statement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2304" y="2341268"/>
            <a:ext cx="2733115" cy="1753917"/>
          </a:xfrm>
          <a:prstGeom prst="roundRect">
            <a:avLst>
              <a:gd name="adj" fmla="val 34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264" y="2402229"/>
            <a:ext cx="2611193" cy="16319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4803" y="4140906"/>
            <a:ext cx="3688116" cy="1615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00"/>
              </a:lnSpc>
              <a:spcBef>
                <a:spcPts val="0"/>
              </a:spcBef>
            </a:pPr>
            <a:r>
              <a:rPr sz="780">
                <a:solidFill>
                  <a:srgbClr val="ABB2B8"/>
                </a:solidFill>
                <a:latin typeface="Geist"/>
              </a:rPr>
              <a:t>Author+ YY Journal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2304" y="4332931"/>
            <a:ext cx="2733115" cy="1753917"/>
          </a:xfrm>
          <a:prstGeom prst="roundRect">
            <a:avLst>
              <a:gd name="adj" fmla="val 34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264" y="4393892"/>
            <a:ext cx="2611193" cy="16319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4803" y="6132569"/>
            <a:ext cx="3688116" cy="1615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00"/>
              </a:lnSpc>
              <a:spcBef>
                <a:spcPts val="0"/>
              </a:spcBef>
            </a:pPr>
            <a:r>
              <a:rPr sz="780">
                <a:solidFill>
                  <a:srgbClr val="ABB2B8"/>
                </a:solidFill>
                <a:latin typeface="Geist"/>
              </a:rPr>
              <a:t>Second+ YY Journal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41" y="1524015"/>
            <a:ext cx="7620" cy="4800580"/>
          </a:xfrm>
          <a:prstGeom prst="rect">
            <a:avLst/>
          </a:prstGeom>
          <a:solidFill>
            <a:srgbClr val="2A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2002" y="1524015"/>
            <a:ext cx="304803" cy="3810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850"/>
              </a:lnSpc>
              <a:spcBef>
                <a:spcPts val="0"/>
              </a:spcBef>
            </a:pPr>
            <a:r>
              <a:rPr sz="2850">
                <a:solidFill>
                  <a:srgbClr val="4DAAD8"/>
                </a:solidFill>
                <a:latin typeface="Geist Ligh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6805" y="1571640"/>
            <a:ext cx="3383313" cy="3429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680"/>
              </a:lnSpc>
              <a:spcBef>
                <a:spcPts val="0"/>
              </a:spcBef>
            </a:pPr>
            <a:r>
              <a:rPr sz="1500">
                <a:solidFill>
                  <a:srgbClr val="FFFFFF"/>
                </a:solidFill>
                <a:latin typeface="Geist Medium"/>
              </a:rPr>
              <a:t>Second message as one statement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29503" y="2341268"/>
            <a:ext cx="2733115" cy="1753917"/>
          </a:xfrm>
          <a:prstGeom prst="roundRect">
            <a:avLst>
              <a:gd name="adj" fmla="val 34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0463" y="2402229"/>
            <a:ext cx="2611193" cy="16319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52002" y="4140906"/>
            <a:ext cx="3688116" cy="1615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00"/>
              </a:lnSpc>
              <a:spcBef>
                <a:spcPts val="0"/>
              </a:spcBef>
            </a:pPr>
            <a:r>
              <a:rPr sz="780">
                <a:solidFill>
                  <a:srgbClr val="ABB2B8"/>
                </a:solidFill>
                <a:latin typeface="Geist"/>
              </a:rPr>
              <a:t>Third+ YY Journal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29503" y="4332931"/>
            <a:ext cx="2733115" cy="1753917"/>
          </a:xfrm>
          <a:prstGeom prst="roundRect">
            <a:avLst>
              <a:gd name="adj" fmla="val 34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0463" y="4393892"/>
            <a:ext cx="2611193" cy="16319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52002" y="6132569"/>
            <a:ext cx="3688116" cy="1615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00"/>
              </a:lnSpc>
              <a:spcBef>
                <a:spcPts val="0"/>
              </a:spcBef>
            </a:pPr>
            <a:r>
              <a:rPr sz="780">
                <a:solidFill>
                  <a:srgbClr val="ABB2B8"/>
                </a:solidFill>
                <a:latin typeface="Geist"/>
              </a:rPr>
              <a:t>Fourth+ YY Journal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2039" y="1524015"/>
            <a:ext cx="7620" cy="4800580"/>
          </a:xfrm>
          <a:prstGeom prst="rect">
            <a:avLst/>
          </a:prstGeom>
          <a:solidFill>
            <a:srgbClr val="2A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201" y="1524015"/>
            <a:ext cx="304803" cy="3810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850"/>
              </a:lnSpc>
              <a:spcBef>
                <a:spcPts val="0"/>
              </a:spcBef>
            </a:pPr>
            <a:r>
              <a:rPr sz="2850">
                <a:solidFill>
                  <a:srgbClr val="4DAAD8"/>
                </a:solidFill>
                <a:latin typeface="Geist Light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4004" y="1571640"/>
            <a:ext cx="3383313" cy="3429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680"/>
              </a:lnSpc>
              <a:spcBef>
                <a:spcPts val="0"/>
              </a:spcBef>
            </a:pPr>
            <a:r>
              <a:rPr sz="1500">
                <a:solidFill>
                  <a:srgbClr val="FFFFFF"/>
                </a:solidFill>
                <a:latin typeface="Geist Medium"/>
              </a:rPr>
              <a:t>Third message as one statement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76702" y="2341268"/>
            <a:ext cx="2733115" cy="1753917"/>
          </a:xfrm>
          <a:prstGeom prst="roundRect">
            <a:avLst>
              <a:gd name="adj" fmla="val 34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662" y="2402229"/>
            <a:ext cx="2611193" cy="163199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199201" y="4140906"/>
            <a:ext cx="3688116" cy="1615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00"/>
              </a:lnSpc>
              <a:spcBef>
                <a:spcPts val="0"/>
              </a:spcBef>
            </a:pPr>
            <a:r>
              <a:rPr sz="780">
                <a:solidFill>
                  <a:srgbClr val="ABB2B8"/>
                </a:solidFill>
                <a:latin typeface="Geist"/>
              </a:rPr>
              <a:t>Fifth+ YY Journal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76702" y="4332931"/>
            <a:ext cx="2733115" cy="1753917"/>
          </a:xfrm>
          <a:prstGeom prst="roundRect">
            <a:avLst>
              <a:gd name="adj" fmla="val 34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662" y="4393892"/>
            <a:ext cx="2611193" cy="16319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99201" y="6132569"/>
            <a:ext cx="3688116" cy="1615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00"/>
              </a:lnSpc>
              <a:spcBef>
                <a:spcPts val="0"/>
              </a:spcBef>
            </a:pPr>
            <a:r>
              <a:rPr sz="780">
                <a:solidFill>
                  <a:srgbClr val="ABB2B8"/>
                </a:solidFill>
                <a:latin typeface="Geist"/>
              </a:rPr>
              <a:t>Sixth+ YY Journal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4803" y="6544358"/>
            <a:ext cx="11582514" cy="130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030"/>
              </a:lnSpc>
              <a:spcBef>
                <a:spcPts val="0"/>
              </a:spcBef>
            </a:pPr>
            <a:r>
              <a:rPr sz="900">
                <a:solidFill>
                  <a:srgbClr val="ABB2B8"/>
                </a:solidFill>
                <a:latin typeface="Geist"/>
              </a:rPr>
              <a:t>formingworlds.space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1295413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49692"/>
            <a:ext cx="12192120" cy="45720"/>
          </a:xfrm>
          <a:prstGeom prst="rect">
            <a:avLst/>
          </a:prstGeom>
          <a:solidFill>
            <a:srgbClr val="0072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wl-logo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1972" y="259083"/>
            <a:ext cx="845345" cy="466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4803" y="194312"/>
            <a:ext cx="8717366" cy="6431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590"/>
              </a:lnSpc>
              <a:spcBef>
                <a:spcPts val="0"/>
              </a:spcBef>
            </a:pPr>
            <a:r>
              <a:rPr sz="2400">
                <a:solidFill>
                  <a:srgbClr val="010305"/>
                </a:solidFill>
                <a:latin typeface="Geist Light"/>
              </a:rPr>
              <a:t>Title of the poster as one statement</a:t>
            </a:r>
          </a:p>
          <a:p>
            <a:pPr>
              <a:lnSpc>
                <a:spcPts val="1210"/>
              </a:lnSpc>
              <a:spcBef>
                <a:spcPts val="720"/>
              </a:spcBef>
            </a:pPr>
            <a:r>
              <a:rPr sz="1060">
                <a:solidFill>
                  <a:srgbClr val="010305"/>
                </a:solidFill>
                <a:latin typeface="Geist Medium"/>
              </a:rPr>
              <a:t>Name Surname and the Forming Worlds Lab</a:t>
            </a:r>
          </a:p>
          <a:p>
            <a:pPr>
              <a:lnSpc>
                <a:spcPts val="990"/>
              </a:lnSpc>
              <a:spcBef>
                <a:spcPts val="240"/>
              </a:spcBef>
            </a:pPr>
            <a:r>
              <a:rPr sz="860">
                <a:solidFill>
                  <a:srgbClr val="475159"/>
                </a:solidFill>
                <a:latin typeface="Geist"/>
              </a:rPr>
              <a:t>Kapteyn Astronomical Institute, University of Groningen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3" y="1524015"/>
            <a:ext cx="304803" cy="3810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850"/>
              </a:lnSpc>
              <a:spcBef>
                <a:spcPts val="0"/>
              </a:spcBef>
            </a:pPr>
            <a:r>
              <a:rPr sz="2850">
                <a:solidFill>
                  <a:srgbClr val="0072A1"/>
                </a:solidFill>
                <a:latin typeface="Geist Ligh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6" y="1571640"/>
            <a:ext cx="3383313" cy="3429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680"/>
              </a:lnSpc>
              <a:spcBef>
                <a:spcPts val="0"/>
              </a:spcBef>
            </a:pPr>
            <a:r>
              <a:rPr sz="1500">
                <a:solidFill>
                  <a:srgbClr val="010305"/>
                </a:solidFill>
                <a:latin typeface="Geist Medium"/>
              </a:rPr>
              <a:t>First message as one statement</a:t>
            </a:r>
          </a:p>
        </p:txBody>
      </p:sp>
      <p:pic>
        <p:nvPicPr>
          <p:cNvPr id="8" name="Picture 7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28" y="2341268"/>
            <a:ext cx="2806267" cy="175391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4803" y="4140906"/>
            <a:ext cx="3688116" cy="1615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00"/>
              </a:lnSpc>
              <a:spcBef>
                <a:spcPts val="0"/>
              </a:spcBef>
            </a:pPr>
            <a:r>
              <a:rPr sz="780">
                <a:solidFill>
                  <a:srgbClr val="475159"/>
                </a:solidFill>
                <a:latin typeface="Geist"/>
              </a:rPr>
              <a:t>Author+ YY Journal</a:t>
            </a:r>
          </a:p>
        </p:txBody>
      </p:sp>
      <p:pic>
        <p:nvPicPr>
          <p:cNvPr id="10" name="Picture 9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28" y="4332931"/>
            <a:ext cx="2806267" cy="17539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4803" y="6132569"/>
            <a:ext cx="3688116" cy="1615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00"/>
              </a:lnSpc>
              <a:spcBef>
                <a:spcPts val="0"/>
              </a:spcBef>
            </a:pPr>
            <a:r>
              <a:rPr sz="780">
                <a:solidFill>
                  <a:srgbClr val="475159"/>
                </a:solidFill>
                <a:latin typeface="Geist"/>
              </a:rPr>
              <a:t>Second+ YY Journal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41" y="1524015"/>
            <a:ext cx="7620" cy="4800580"/>
          </a:xfrm>
          <a:prstGeom prst="rect">
            <a:avLst/>
          </a:prstGeom>
          <a:solidFill>
            <a:srgbClr val="CB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2002" y="1524015"/>
            <a:ext cx="304803" cy="3810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850"/>
              </a:lnSpc>
              <a:spcBef>
                <a:spcPts val="0"/>
              </a:spcBef>
            </a:pPr>
            <a:r>
              <a:rPr sz="2850">
                <a:solidFill>
                  <a:srgbClr val="0072A1"/>
                </a:solidFill>
                <a:latin typeface="Geist Ligh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6805" y="1571640"/>
            <a:ext cx="3383313" cy="3429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680"/>
              </a:lnSpc>
              <a:spcBef>
                <a:spcPts val="0"/>
              </a:spcBef>
            </a:pPr>
            <a:r>
              <a:rPr sz="1500">
                <a:solidFill>
                  <a:srgbClr val="010305"/>
                </a:solidFill>
                <a:latin typeface="Geist Medium"/>
              </a:rPr>
              <a:t>Second message as one statement</a:t>
            </a:r>
          </a:p>
        </p:txBody>
      </p:sp>
      <p:pic>
        <p:nvPicPr>
          <p:cNvPr id="15" name="Picture 14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2926" y="2341268"/>
            <a:ext cx="2806267" cy="175391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52002" y="4140906"/>
            <a:ext cx="3688116" cy="1615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00"/>
              </a:lnSpc>
              <a:spcBef>
                <a:spcPts val="0"/>
              </a:spcBef>
            </a:pPr>
            <a:r>
              <a:rPr sz="780">
                <a:solidFill>
                  <a:srgbClr val="475159"/>
                </a:solidFill>
                <a:latin typeface="Geist"/>
              </a:rPr>
              <a:t>Third+ YY Journal</a:t>
            </a:r>
          </a:p>
        </p:txBody>
      </p:sp>
      <p:pic>
        <p:nvPicPr>
          <p:cNvPr id="17" name="Picture 16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2926" y="4332931"/>
            <a:ext cx="2806267" cy="175391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52002" y="6132569"/>
            <a:ext cx="3688116" cy="1615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00"/>
              </a:lnSpc>
              <a:spcBef>
                <a:spcPts val="0"/>
              </a:spcBef>
            </a:pPr>
            <a:r>
              <a:rPr sz="780">
                <a:solidFill>
                  <a:srgbClr val="475159"/>
                </a:solidFill>
                <a:latin typeface="Geist"/>
              </a:rPr>
              <a:t>Fourth+ YY Journal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62039" y="1524015"/>
            <a:ext cx="7620" cy="4800580"/>
          </a:xfrm>
          <a:prstGeom prst="rect">
            <a:avLst/>
          </a:prstGeom>
          <a:solidFill>
            <a:srgbClr val="CB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9201" y="1524015"/>
            <a:ext cx="304803" cy="3810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850"/>
              </a:lnSpc>
              <a:spcBef>
                <a:spcPts val="0"/>
              </a:spcBef>
            </a:pPr>
            <a:r>
              <a:rPr sz="2850">
                <a:solidFill>
                  <a:srgbClr val="0072A1"/>
                </a:solidFill>
                <a:latin typeface="Geist Ligh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4004" y="1571640"/>
            <a:ext cx="3383313" cy="3429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680"/>
              </a:lnSpc>
              <a:spcBef>
                <a:spcPts val="0"/>
              </a:spcBef>
            </a:pPr>
            <a:r>
              <a:rPr sz="1500">
                <a:solidFill>
                  <a:srgbClr val="010305"/>
                </a:solidFill>
                <a:latin typeface="Geist Medium"/>
              </a:rPr>
              <a:t>Third message as one statement</a:t>
            </a:r>
          </a:p>
        </p:txBody>
      </p:sp>
      <p:pic>
        <p:nvPicPr>
          <p:cNvPr id="22" name="Picture 21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125" y="2341268"/>
            <a:ext cx="2806267" cy="175391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99201" y="4140906"/>
            <a:ext cx="3688116" cy="1615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00"/>
              </a:lnSpc>
              <a:spcBef>
                <a:spcPts val="0"/>
              </a:spcBef>
            </a:pPr>
            <a:r>
              <a:rPr sz="780">
                <a:solidFill>
                  <a:srgbClr val="475159"/>
                </a:solidFill>
                <a:latin typeface="Geist"/>
              </a:rPr>
              <a:t>Fifth+ YY Journal</a:t>
            </a:r>
          </a:p>
        </p:txBody>
      </p:sp>
      <p:pic>
        <p:nvPicPr>
          <p:cNvPr id="24" name="Picture 23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125" y="4332931"/>
            <a:ext cx="2806267" cy="175391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199201" y="6132569"/>
            <a:ext cx="3688116" cy="1615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900"/>
              </a:lnSpc>
              <a:spcBef>
                <a:spcPts val="0"/>
              </a:spcBef>
            </a:pPr>
            <a:r>
              <a:rPr sz="780">
                <a:solidFill>
                  <a:srgbClr val="475159"/>
                </a:solidFill>
                <a:latin typeface="Geist"/>
              </a:rPr>
              <a:t>Sixth+ YY Journal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803" y="6544358"/>
            <a:ext cx="11582514" cy="130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030"/>
              </a:lnSpc>
              <a:spcBef>
                <a:spcPts val="0"/>
              </a:spcBef>
            </a:pPr>
            <a:r>
              <a:rPr sz="900">
                <a:solidFill>
                  <a:srgbClr val="475159"/>
                </a:solidFill>
                <a:latin typeface="Geist"/>
              </a:rPr>
              <a:t>formingworlds.space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Forming Worlds Lab poster (slide)</dc:title>
  <dc:subject/>
  <dc:creator>Forming Worlds Lab</dc:creator>
  <cp:keywords/>
  <dc:description>generated using python-pptx</dc:description>
  <cp:lastModifiedBy>Forming Worlds Lab</cp:lastModifiedBy>
  <cp:revision>1</cp:revision>
  <dcterms:created xsi:type="dcterms:W3CDTF">2026-10-20T00:00:00Z</dcterms:created>
  <dcterms:modified xsi:type="dcterms:W3CDTF">2026-10-20T00:00:00Z</dcterms:modified>
  <cp:category/>
</cp:coreProperties>
</file>