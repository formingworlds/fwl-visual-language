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436400"/>
          </a:xfrm>
          <a:prstGeom prst="rect">
            <a:avLst/>
          </a:prstGeom>
          <a:solidFill>
            <a:srgbClr val="03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1040"/>
            <a:ext cx="7560000" cy="45360"/>
          </a:xfrm>
          <a:prstGeom prst="rect">
            <a:avLst/>
          </a:prstGeom>
          <a:solidFill>
            <a:srgbClr val="4DA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251" y="287280"/>
            <a:ext cx="937349" cy="51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2400" y="215460"/>
            <a:ext cx="4989600" cy="114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90">
                <a:solidFill>
                  <a:srgbClr val="FFFFFF"/>
                </a:solidFill>
                <a:latin typeface="Geist Light"/>
              </a:rPr>
              <a:t>Title of the poster as one statement</a:t>
            </a:r>
          </a:p>
          <a:p>
            <a:r>
              <a:rPr sz="1050">
                <a:solidFill>
                  <a:srgbClr val="FFFFFF"/>
                </a:solidFill>
                <a:latin typeface="Geist Medium"/>
              </a:rPr>
              <a:t>Name Surname and the Forming Worlds Lab</a:t>
            </a:r>
          </a:p>
          <a:p>
            <a:r>
              <a:rPr sz="860">
                <a:solidFill>
                  <a:srgbClr val="ABB2B8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400" y="4335120"/>
            <a:ext cx="6955200" cy="7560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2400" y="1708560"/>
            <a:ext cx="326592" cy="40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70">
                <a:solidFill>
                  <a:srgbClr val="4DAAD8"/>
                </a:solidFill>
                <a:latin typeface="Geist 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992" y="1759590"/>
            <a:ext cx="6628608" cy="530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10">
                <a:solidFill>
                  <a:srgbClr val="FFFFFF"/>
                </a:solidFill>
                <a:latin typeface="Geist Medium"/>
              </a:rPr>
              <a:t>First message as one statement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8330" y="2402568"/>
            <a:ext cx="2555021" cy="1642248"/>
          </a:xfrm>
          <a:prstGeom prst="roundRect">
            <a:avLst>
              <a:gd name="adj" fmla="val 36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810" y="2463048"/>
            <a:ext cx="2434061" cy="1521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2400" y="409017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650" y="2402568"/>
            <a:ext cx="2555021" cy="1642248"/>
          </a:xfrm>
          <a:prstGeom prst="roundRect">
            <a:avLst>
              <a:gd name="adj" fmla="val 36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130" y="2463048"/>
            <a:ext cx="2434061" cy="1521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70720" y="409017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2400" y="7052400"/>
            <a:ext cx="6955200" cy="7560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2400" y="4425840"/>
            <a:ext cx="326592" cy="40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70">
                <a:solidFill>
                  <a:srgbClr val="4DAAD8"/>
                </a:solidFill>
                <a:latin typeface="Geist Ligh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992" y="4476870"/>
            <a:ext cx="6628608" cy="530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10">
                <a:solidFill>
                  <a:srgbClr val="FFFFFF"/>
                </a:solidFill>
                <a:latin typeface="Geist Medium"/>
              </a:rPr>
              <a:t>Second message as one statement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8330" y="5119848"/>
            <a:ext cx="2555021" cy="1642248"/>
          </a:xfrm>
          <a:prstGeom prst="roundRect">
            <a:avLst>
              <a:gd name="adj" fmla="val 36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810" y="5180328"/>
            <a:ext cx="2434061" cy="15212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02400" y="680745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650" y="5119848"/>
            <a:ext cx="2555021" cy="1642248"/>
          </a:xfrm>
          <a:prstGeom prst="roundRect">
            <a:avLst>
              <a:gd name="adj" fmla="val 36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130" y="5180328"/>
            <a:ext cx="2434061" cy="15212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870720" y="680745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400" y="7143120"/>
            <a:ext cx="326592" cy="40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70">
                <a:solidFill>
                  <a:srgbClr val="4DAAD8"/>
                </a:solidFill>
                <a:latin typeface="Geist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992" y="7194150"/>
            <a:ext cx="6628608" cy="530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10">
                <a:solidFill>
                  <a:srgbClr val="FFFFFF"/>
                </a:solidFill>
                <a:latin typeface="Geist Medium"/>
              </a:rPr>
              <a:t>Third message as one statement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8330" y="7837128"/>
            <a:ext cx="2555021" cy="1642248"/>
          </a:xfrm>
          <a:prstGeom prst="roundRect">
            <a:avLst>
              <a:gd name="adj" fmla="val 36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810" y="7897608"/>
            <a:ext cx="2434061" cy="152128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02400" y="952473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6650" y="7837128"/>
            <a:ext cx="2555021" cy="1642248"/>
          </a:xfrm>
          <a:prstGeom prst="roundRect">
            <a:avLst>
              <a:gd name="adj" fmla="val 36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130" y="7897608"/>
            <a:ext cx="2434061" cy="152128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870720" y="952473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400" y="10341216"/>
            <a:ext cx="6955200" cy="16934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960">
                <a:solidFill>
                  <a:srgbClr val="ABB2B8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4364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1040"/>
            <a:ext cx="7560000" cy="45360"/>
          </a:xfrm>
          <a:prstGeom prst="rect">
            <a:avLst/>
          </a:prstGeom>
          <a:solidFill>
            <a:srgbClr val="0072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251" y="287280"/>
            <a:ext cx="937349" cy="51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2400" y="215460"/>
            <a:ext cx="4989600" cy="114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90">
                <a:solidFill>
                  <a:srgbClr val="010305"/>
                </a:solidFill>
                <a:latin typeface="Geist Light"/>
              </a:rPr>
              <a:t>Title of the poster as one statement</a:t>
            </a:r>
          </a:p>
          <a:p>
            <a:r>
              <a:rPr sz="1050">
                <a:solidFill>
                  <a:srgbClr val="010305"/>
                </a:solidFill>
                <a:latin typeface="Geist Medium"/>
              </a:rPr>
              <a:t>Name Surname and the Forming Worlds Lab</a:t>
            </a:r>
          </a:p>
          <a:p>
            <a:r>
              <a:rPr sz="860">
                <a:solidFill>
                  <a:srgbClr val="475159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400" y="4335120"/>
            <a:ext cx="6955200" cy="7560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2400" y="1708560"/>
            <a:ext cx="326592" cy="40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70">
                <a:solidFill>
                  <a:srgbClr val="0072A1"/>
                </a:solidFill>
                <a:latin typeface="Geist 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992" y="1759590"/>
            <a:ext cx="6628608" cy="530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10">
                <a:solidFill>
                  <a:srgbClr val="010305"/>
                </a:solidFill>
                <a:latin typeface="Geist Medium"/>
              </a:rPr>
              <a:t>First message as one statement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42" y="2402568"/>
            <a:ext cx="2627597" cy="16422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409017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362" y="2402568"/>
            <a:ext cx="2627597" cy="1642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70720" y="409017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2400" y="7052400"/>
            <a:ext cx="6955200" cy="7560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400" y="4425840"/>
            <a:ext cx="326592" cy="40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70">
                <a:solidFill>
                  <a:srgbClr val="0072A1"/>
                </a:solidFill>
                <a:latin typeface="Geist Ligh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992" y="4476870"/>
            <a:ext cx="6628608" cy="530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10">
                <a:solidFill>
                  <a:srgbClr val="010305"/>
                </a:solidFill>
                <a:latin typeface="Geist Medium"/>
              </a:rPr>
              <a:t>Second message as one statement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42" y="5119848"/>
            <a:ext cx="2627597" cy="1642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2400" y="680745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362" y="5119848"/>
            <a:ext cx="2627597" cy="16422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0720" y="680745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400" y="7143120"/>
            <a:ext cx="326592" cy="40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70">
                <a:solidFill>
                  <a:srgbClr val="0072A1"/>
                </a:solidFill>
                <a:latin typeface="Geist Ligh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992" y="7194150"/>
            <a:ext cx="6628608" cy="530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10">
                <a:solidFill>
                  <a:srgbClr val="010305"/>
                </a:solidFill>
                <a:latin typeface="Geist Medium"/>
              </a:rPr>
              <a:t>Third message as one statement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42" y="7837128"/>
            <a:ext cx="2627597" cy="16422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02400" y="952473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362" y="7837128"/>
            <a:ext cx="2627597" cy="16422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70720" y="9524736"/>
            <a:ext cx="3386880" cy="2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00" y="10341216"/>
            <a:ext cx="6955200" cy="16934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960">
                <a:solidFill>
                  <a:srgbClr val="475159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poster (a4)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2026-10-20T00:00:00Z</dcterms:created>
  <dcterms:modified xsi:type="dcterms:W3CDTF">2026-10-20T00:00:00Z</dcterms:modified>
  <cp:category/>
</cp:coreProperties>
</file>