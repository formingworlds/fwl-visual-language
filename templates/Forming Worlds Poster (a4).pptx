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3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436400"/>
          </a:xfrm>
          <a:prstGeom prst="rect">
            <a:avLst/>
          </a:prstGeom>
          <a:solidFill>
            <a:srgbClr val="0309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1040"/>
            <a:ext cx="7560000" cy="45360"/>
          </a:xfrm>
          <a:prstGeom prst="rect">
            <a:avLst/>
          </a:prstGeom>
          <a:solidFill>
            <a:srgbClr val="4DA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w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251" y="287280"/>
            <a:ext cx="937349" cy="517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2400" y="215460"/>
            <a:ext cx="5292000" cy="638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570"/>
              </a:lnSpc>
              <a:spcBef>
                <a:spcPts val="0"/>
              </a:spcBef>
            </a:pPr>
            <a:r>
              <a:rPr sz="2380">
                <a:solidFill>
                  <a:srgbClr val="FFFFFF"/>
                </a:solidFill>
                <a:latin typeface="Geist Light"/>
              </a:rPr>
              <a:t>Title of the poster as one statement</a:t>
            </a:r>
          </a:p>
          <a:p>
            <a:pPr>
              <a:lnSpc>
                <a:spcPts val="1200"/>
              </a:lnSpc>
              <a:spcBef>
                <a:spcPts val="710"/>
              </a:spcBef>
            </a:pPr>
            <a:r>
              <a:rPr sz="1050">
                <a:solidFill>
                  <a:srgbClr val="FFFFFF"/>
                </a:solidFill>
                <a:latin typeface="Geist Medium"/>
              </a:rPr>
              <a:t>Name Surname and the Forming Worlds Lab</a:t>
            </a:r>
          </a:p>
          <a:p>
            <a:pPr>
              <a:lnSpc>
                <a:spcPts val="990"/>
              </a:lnSpc>
              <a:spcBef>
                <a:spcPts val="240"/>
              </a:spcBef>
            </a:pPr>
            <a:r>
              <a:rPr sz="860">
                <a:solidFill>
                  <a:srgbClr val="ABB2B8"/>
                </a:solidFill>
                <a:latin typeface="Geist"/>
              </a:rPr>
              <a:t>Kapteyn Astronomical Institute, University of Groningen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1708560"/>
            <a:ext cx="326592" cy="408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</a:pPr>
            <a:r>
              <a:rPr sz="3050">
                <a:solidFill>
                  <a:srgbClr val="4DAAD8"/>
                </a:solidFill>
                <a:latin typeface="Geist Ligh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992" y="1759590"/>
            <a:ext cx="6628608" cy="367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</a:pPr>
            <a:r>
              <a:rPr sz="1610">
                <a:solidFill>
                  <a:srgbClr val="FFFFFF"/>
                </a:solidFill>
                <a:latin typeface="Geist Medium"/>
              </a:rPr>
              <a:t>First message as one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6744" y="2263086"/>
            <a:ext cx="2778192" cy="1781730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24" y="2323566"/>
            <a:ext cx="2657232" cy="16607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409017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ABB2B8"/>
                </a:solidFill>
                <a:latin typeface="Geist"/>
              </a:rPr>
              <a:t>Author+ YY Journal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5064" y="2263086"/>
            <a:ext cx="2778192" cy="1781730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544" y="2323566"/>
            <a:ext cx="2657232" cy="16607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70720" y="409017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ABB2B8"/>
                </a:solidFill>
                <a:latin typeface="Geist"/>
              </a:rPr>
              <a:t>Second+ YY Journal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2400" y="4335120"/>
            <a:ext cx="6955200" cy="7560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400" y="4425840"/>
            <a:ext cx="326592" cy="408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</a:pPr>
            <a:r>
              <a:rPr sz="3050">
                <a:solidFill>
                  <a:srgbClr val="4DAAD8"/>
                </a:solidFill>
                <a:latin typeface="Geist Ligh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992" y="4476870"/>
            <a:ext cx="6628608" cy="367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</a:pPr>
            <a:r>
              <a:rPr sz="1610">
                <a:solidFill>
                  <a:srgbClr val="FFFFFF"/>
                </a:solidFill>
                <a:latin typeface="Geist Medium"/>
              </a:rPr>
              <a:t>Second message as one 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744" y="4980366"/>
            <a:ext cx="2778192" cy="1781730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24" y="5040846"/>
            <a:ext cx="2657232" cy="16607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2400" y="680745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ABB2B8"/>
                </a:solidFill>
                <a:latin typeface="Geist"/>
              </a:rPr>
              <a:t>Third+ YY Journal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5064" y="4980366"/>
            <a:ext cx="2778192" cy="1781730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544" y="5040846"/>
            <a:ext cx="2657232" cy="166077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70720" y="680745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ABB2B8"/>
                </a:solidFill>
                <a:latin typeface="Geist"/>
              </a:rPr>
              <a:t>Fourth+ YY Journal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2400" y="7052400"/>
            <a:ext cx="6955200" cy="7560"/>
          </a:xfrm>
          <a:prstGeom prst="rect">
            <a:avLst/>
          </a:prstGeom>
          <a:solidFill>
            <a:srgbClr val="2A3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2400" y="7143120"/>
            <a:ext cx="326592" cy="408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</a:pPr>
            <a:r>
              <a:rPr sz="3050">
                <a:solidFill>
                  <a:srgbClr val="4DAAD8"/>
                </a:solidFill>
                <a:latin typeface="Geist Ligh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992" y="7194150"/>
            <a:ext cx="6628608" cy="367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</a:pPr>
            <a:r>
              <a:rPr sz="1610">
                <a:solidFill>
                  <a:srgbClr val="FFFFFF"/>
                </a:solidFill>
                <a:latin typeface="Geist Medium"/>
              </a:rPr>
              <a:t>Third message as one statement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744" y="7697646"/>
            <a:ext cx="2778192" cy="1781730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24" y="7758126"/>
            <a:ext cx="2657232" cy="166077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02400" y="952473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ABB2B8"/>
                </a:solidFill>
                <a:latin typeface="Geist"/>
              </a:rPr>
              <a:t>Fifth+ YY Journal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75064" y="7697646"/>
            <a:ext cx="2778192" cy="1781730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544" y="7758126"/>
            <a:ext cx="2657232" cy="166077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870720" y="952473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ABB2B8"/>
                </a:solidFill>
                <a:latin typeface="Geist"/>
              </a:rPr>
              <a:t>Sixth+ YY Journal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2400" y="10370851"/>
            <a:ext cx="6955200" cy="1397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</a:pPr>
            <a:r>
              <a:rPr sz="960">
                <a:solidFill>
                  <a:srgbClr val="ABB2B8"/>
                </a:solidFill>
                <a:latin typeface="Geist"/>
              </a:rPr>
              <a:t>formingworlds.space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436400"/>
          </a:xfrm>
          <a:prstGeom prst="rect">
            <a:avLst/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91040"/>
            <a:ext cx="7560000" cy="45360"/>
          </a:xfrm>
          <a:prstGeom prst="rect">
            <a:avLst/>
          </a:prstGeom>
          <a:solidFill>
            <a:srgbClr val="00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wl-logo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251" y="287280"/>
            <a:ext cx="937349" cy="517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2400" y="215460"/>
            <a:ext cx="5292000" cy="638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570"/>
              </a:lnSpc>
              <a:spcBef>
                <a:spcPts val="0"/>
              </a:spcBef>
            </a:pPr>
            <a:r>
              <a:rPr sz="2380">
                <a:solidFill>
                  <a:srgbClr val="010305"/>
                </a:solidFill>
                <a:latin typeface="Geist Light"/>
              </a:rPr>
              <a:t>Title of the poster as one statement</a:t>
            </a:r>
          </a:p>
          <a:p>
            <a:pPr>
              <a:lnSpc>
                <a:spcPts val="1200"/>
              </a:lnSpc>
              <a:spcBef>
                <a:spcPts val="710"/>
              </a:spcBef>
            </a:pPr>
            <a:r>
              <a:rPr sz="1050">
                <a:solidFill>
                  <a:srgbClr val="010305"/>
                </a:solidFill>
                <a:latin typeface="Geist Medium"/>
              </a:rPr>
              <a:t>Name Surname and the Forming Worlds Lab</a:t>
            </a:r>
          </a:p>
          <a:p>
            <a:pPr>
              <a:lnSpc>
                <a:spcPts val="990"/>
              </a:lnSpc>
              <a:spcBef>
                <a:spcPts val="240"/>
              </a:spcBef>
            </a:pPr>
            <a:r>
              <a:rPr sz="860">
                <a:solidFill>
                  <a:srgbClr val="475159"/>
                </a:solidFill>
                <a:latin typeface="Geist"/>
              </a:rPr>
              <a:t>Kapteyn Astronomical Institute, University of Groningen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1708560"/>
            <a:ext cx="326592" cy="408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</a:pPr>
            <a:r>
              <a:rPr sz="3050">
                <a:solidFill>
                  <a:srgbClr val="0072A1"/>
                </a:solidFill>
                <a:latin typeface="Geist Ligh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992" y="1759590"/>
            <a:ext cx="6628608" cy="367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</a:pPr>
            <a:r>
              <a:rPr sz="1610">
                <a:solidFill>
                  <a:srgbClr val="010305"/>
                </a:solidFill>
                <a:latin typeface="Geist Medium"/>
              </a:rPr>
              <a:t>First message as one statement</a:t>
            </a:r>
          </a:p>
        </p:txBody>
      </p:sp>
      <p:pic>
        <p:nvPicPr>
          <p:cNvPr id="8" name="Picture 7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56" y="2263086"/>
            <a:ext cx="2850768" cy="178173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2400" y="409017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475159"/>
                </a:solidFill>
                <a:latin typeface="Geist"/>
              </a:rPr>
              <a:t>Author+ YY Journal</a:t>
            </a:r>
          </a:p>
        </p:txBody>
      </p:sp>
      <p:pic>
        <p:nvPicPr>
          <p:cNvPr id="10" name="Picture 9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776" y="2263086"/>
            <a:ext cx="2850768" cy="17817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70720" y="409017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475159"/>
                </a:solidFill>
                <a:latin typeface="Geist"/>
              </a:rPr>
              <a:t>Second+ YY Journal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2400" y="4335120"/>
            <a:ext cx="6955200" cy="7560"/>
          </a:xfrm>
          <a:prstGeom prst="rect">
            <a:avLst/>
          </a:prstGeom>
          <a:solidFill>
            <a:srgbClr val="CB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400" y="4425840"/>
            <a:ext cx="326592" cy="408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</a:pPr>
            <a:r>
              <a:rPr sz="3050">
                <a:solidFill>
                  <a:srgbClr val="0072A1"/>
                </a:solidFill>
                <a:latin typeface="Geist Ligh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992" y="4476870"/>
            <a:ext cx="6628608" cy="367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</a:pPr>
            <a:r>
              <a:rPr sz="1610">
                <a:solidFill>
                  <a:srgbClr val="010305"/>
                </a:solidFill>
                <a:latin typeface="Geist Medium"/>
              </a:rPr>
              <a:t>Second message as one statement</a:t>
            </a:r>
          </a:p>
        </p:txBody>
      </p:sp>
      <p:pic>
        <p:nvPicPr>
          <p:cNvPr id="15" name="Picture 14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56" y="4980366"/>
            <a:ext cx="2850768" cy="17817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2400" y="680745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475159"/>
                </a:solidFill>
                <a:latin typeface="Geist"/>
              </a:rPr>
              <a:t>Third+ YY Journal</a:t>
            </a:r>
          </a:p>
        </p:txBody>
      </p:sp>
      <p:pic>
        <p:nvPicPr>
          <p:cNvPr id="17" name="Picture 16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776" y="4980366"/>
            <a:ext cx="2850768" cy="17817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70720" y="680745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475159"/>
                </a:solidFill>
                <a:latin typeface="Geist"/>
              </a:rPr>
              <a:t>Fourth+ YY Journal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2400" y="7052400"/>
            <a:ext cx="6955200" cy="7560"/>
          </a:xfrm>
          <a:prstGeom prst="rect">
            <a:avLst/>
          </a:prstGeom>
          <a:solidFill>
            <a:srgbClr val="CB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2400" y="7143120"/>
            <a:ext cx="326592" cy="408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050"/>
              </a:lnSpc>
              <a:spcBef>
                <a:spcPts val="0"/>
              </a:spcBef>
            </a:pPr>
            <a:r>
              <a:rPr sz="3050">
                <a:solidFill>
                  <a:srgbClr val="0072A1"/>
                </a:solidFill>
                <a:latin typeface="Geist Ligh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992" y="7194150"/>
            <a:ext cx="6628608" cy="367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</a:pPr>
            <a:r>
              <a:rPr sz="1610">
                <a:solidFill>
                  <a:srgbClr val="010305"/>
                </a:solidFill>
                <a:latin typeface="Geist Medium"/>
              </a:rPr>
              <a:t>Third message as one statement</a:t>
            </a:r>
          </a:p>
        </p:txBody>
      </p:sp>
      <p:pic>
        <p:nvPicPr>
          <p:cNvPr id="22" name="Picture 21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456" y="7697646"/>
            <a:ext cx="2850768" cy="178173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02400" y="952473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475159"/>
                </a:solidFill>
                <a:latin typeface="Geist"/>
              </a:rPr>
              <a:t>Fifth+ YY Journal</a:t>
            </a:r>
          </a:p>
        </p:txBody>
      </p:sp>
      <p:pic>
        <p:nvPicPr>
          <p:cNvPr id="24" name="Picture 23" descr="poster-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776" y="7697646"/>
            <a:ext cx="2850768" cy="178173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870720" y="9524736"/>
            <a:ext cx="3386880" cy="229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960"/>
              </a:lnSpc>
              <a:spcBef>
                <a:spcPts val="0"/>
              </a:spcBef>
            </a:pPr>
            <a:r>
              <a:rPr sz="830">
                <a:solidFill>
                  <a:srgbClr val="475159"/>
                </a:solidFill>
                <a:latin typeface="Geist"/>
              </a:rPr>
              <a:t>Sixth+ YY Journal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400" y="10370851"/>
            <a:ext cx="6955200" cy="1397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100"/>
              </a:lnSpc>
              <a:spcBef>
                <a:spcPts val="0"/>
              </a:spcBef>
            </a:pPr>
            <a:r>
              <a:rPr sz="960">
                <a:solidFill>
                  <a:srgbClr val="475159"/>
                </a:solidFill>
                <a:latin typeface="Geist"/>
              </a:rPr>
              <a:t>formingworlds.space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Forming Worlds Lab poster (a4)</dc:title>
  <dc:subject/>
  <dc:creator>Forming Worlds Lab</dc:creator>
  <cp:keywords/>
  <dc:description>generated using python-pptx</dc:description>
  <cp:lastModifiedBy>Forming Worlds Lab</cp:lastModifiedBy>
  <cp:revision>1</cp:revision>
  <dcterms:created xsi:type="dcterms:W3CDTF">2026-10-20T00:00:00Z</dcterms:created>
  <dcterms:modified xsi:type="dcterms:W3CDTF">2026-10-20T00:00:00Z</dcterms:modified>
  <cp:category/>
</cp:coreProperties>
</file>