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9082800"/>
          </a:xfrm>
          <a:prstGeom prst="rect">
            <a:avLst/>
          </a:prstGeom>
          <a:solidFill>
            <a:srgbClr val="03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01144"/>
            <a:ext cx="30276000" cy="181656"/>
          </a:xfrm>
          <a:prstGeom prst="rect">
            <a:avLst/>
          </a:prstGeom>
          <a:solidFill>
            <a:srgbClr val="4DA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7816" y="1816560"/>
            <a:ext cx="5927144" cy="326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1040" y="1362420"/>
            <a:ext cx="21193200" cy="47079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869"/>
              </a:lnSpc>
              <a:spcBef>
                <a:spcPts val="0"/>
              </a:spcBef>
            </a:pPr>
            <a:r>
              <a:rPr sz="11920">
                <a:solidFill>
                  <a:srgbClr val="FFFFFF"/>
                </a:solidFill>
                <a:latin typeface="Geist Light"/>
              </a:rPr>
              <a:t>Title of the poster as one statement</a:t>
            </a:r>
          </a:p>
          <a:p>
            <a:pPr>
              <a:lnSpc>
                <a:spcPts val="6030"/>
              </a:lnSpc>
              <a:spcBef>
                <a:spcPts val="2860"/>
              </a:spcBef>
            </a:pPr>
            <a:r>
              <a:rPr sz="5240">
                <a:solidFill>
                  <a:srgbClr val="FFFFFF"/>
                </a:solidFill>
                <a:latin typeface="Geist Medium"/>
              </a:rPr>
              <a:t>Name Surname and the Forming Worlds Lab</a:t>
            </a:r>
          </a:p>
          <a:p>
            <a:pPr>
              <a:lnSpc>
                <a:spcPts val="4930"/>
              </a:lnSpc>
              <a:spcBef>
                <a:spcPts val="950"/>
              </a:spcBef>
            </a:pPr>
            <a:r>
              <a:rPr sz="4290">
                <a:solidFill>
                  <a:srgbClr val="ABB2B8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1040" y="10172736"/>
            <a:ext cx="1501690" cy="1877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4040"/>
              </a:lnSpc>
              <a:spcBef>
                <a:spcPts val="0"/>
              </a:spcBef>
            </a:pPr>
            <a:r>
              <a:rPr sz="14040">
                <a:solidFill>
                  <a:srgbClr val="4DAAD8"/>
                </a:solidFill>
                <a:latin typeface="Geist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2730" y="10407375"/>
            <a:ext cx="26352230" cy="1689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8280"/>
              </a:lnSpc>
              <a:spcBef>
                <a:spcPts val="0"/>
              </a:spcBef>
            </a:pPr>
            <a:r>
              <a:rPr sz="7390">
                <a:solidFill>
                  <a:srgbClr val="FFFFFF"/>
                </a:solidFill>
                <a:latin typeface="Geist Medium"/>
              </a:rPr>
              <a:t>First message as one statement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7744" y="12641744"/>
            <a:ext cx="8770240" cy="5663056"/>
          </a:xfrm>
          <a:prstGeom prst="roundRect">
            <a:avLst>
              <a:gd name="adj" fmla="val 4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952" y="12883952"/>
            <a:ext cx="8285824" cy="517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1040" y="18486456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898016" y="12641744"/>
            <a:ext cx="8770240" cy="5663056"/>
          </a:xfrm>
          <a:prstGeom prst="roundRect">
            <a:avLst>
              <a:gd name="adj" fmla="val 4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40224" y="12883952"/>
            <a:ext cx="8285824" cy="517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501312" y="18486456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ABB2B8"/>
                </a:solidFill>
                <a:latin typeface="Geist"/>
              </a:rPr>
              <a:t>Second+ YY Journal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1040" y="19576392"/>
            <a:ext cx="27853920" cy="30276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1040" y="19939704"/>
            <a:ext cx="1501690" cy="1877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4040"/>
              </a:lnSpc>
              <a:spcBef>
                <a:spcPts val="0"/>
              </a:spcBef>
            </a:pPr>
            <a:r>
              <a:rPr sz="14040">
                <a:solidFill>
                  <a:srgbClr val="4DAAD8"/>
                </a:solidFill>
                <a:latin typeface="Geist Ligh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2730" y="20174343"/>
            <a:ext cx="26352230" cy="1689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8280"/>
              </a:lnSpc>
              <a:spcBef>
                <a:spcPts val="0"/>
              </a:spcBef>
            </a:pPr>
            <a:r>
              <a:rPr sz="7390">
                <a:solidFill>
                  <a:srgbClr val="FFFFFF"/>
                </a:solidFill>
                <a:latin typeface="Geist Medium"/>
              </a:rPr>
              <a:t>Second message as one statement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07744" y="22408712"/>
            <a:ext cx="8770240" cy="5663056"/>
          </a:xfrm>
          <a:prstGeom prst="roundRect">
            <a:avLst>
              <a:gd name="adj" fmla="val 4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952" y="22650920"/>
            <a:ext cx="8285824" cy="517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11040" y="28253424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ABB2B8"/>
                </a:solidFill>
                <a:latin typeface="Geist"/>
              </a:rPr>
              <a:t>Third+ YY Journal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898016" y="22408712"/>
            <a:ext cx="8770240" cy="5663056"/>
          </a:xfrm>
          <a:prstGeom prst="roundRect">
            <a:avLst>
              <a:gd name="adj" fmla="val 4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40224" y="22650920"/>
            <a:ext cx="8285824" cy="517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501312" y="28253424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ABB2B8"/>
                </a:solidFill>
                <a:latin typeface="Geist"/>
              </a:rPr>
              <a:t>Fourth+ YY Journal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11040" y="29343360"/>
            <a:ext cx="27853920" cy="30276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1040" y="29706672"/>
            <a:ext cx="1501690" cy="1877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4040"/>
              </a:lnSpc>
              <a:spcBef>
                <a:spcPts val="0"/>
              </a:spcBef>
            </a:pPr>
            <a:r>
              <a:rPr sz="14040">
                <a:solidFill>
                  <a:srgbClr val="4DAAD8"/>
                </a:solidFill>
                <a:latin typeface="Geist Light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12730" y="29941311"/>
            <a:ext cx="26352230" cy="1689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8280"/>
              </a:lnSpc>
              <a:spcBef>
                <a:spcPts val="0"/>
              </a:spcBef>
            </a:pPr>
            <a:r>
              <a:rPr sz="7390">
                <a:solidFill>
                  <a:srgbClr val="FFFFFF"/>
                </a:solidFill>
                <a:latin typeface="Geist Medium"/>
              </a:rPr>
              <a:t>Third message as one statement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7744" y="32175680"/>
            <a:ext cx="8770240" cy="5663056"/>
          </a:xfrm>
          <a:prstGeom prst="roundRect">
            <a:avLst>
              <a:gd name="adj" fmla="val 4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952" y="32417888"/>
            <a:ext cx="8285824" cy="517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11040" y="38020392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ABB2B8"/>
                </a:solidFill>
                <a:latin typeface="Geist"/>
              </a:rPr>
              <a:t>Fifth+ YY Journal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898016" y="32175680"/>
            <a:ext cx="8770240" cy="5663056"/>
          </a:xfrm>
          <a:prstGeom prst="roundRect">
            <a:avLst>
              <a:gd name="adj" fmla="val 4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40224" y="32417888"/>
            <a:ext cx="8285824" cy="51786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5501312" y="38020392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ABB2B8"/>
                </a:solidFill>
                <a:latin typeface="Geist"/>
              </a:rPr>
              <a:t>Sixth+ YY Journal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1040" y="41477911"/>
            <a:ext cx="27853920" cy="599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730"/>
              </a:lnSpc>
              <a:spcBef>
                <a:spcPts val="0"/>
              </a:spcBef>
            </a:pPr>
            <a:r>
              <a:rPr sz="4110">
                <a:solidFill>
                  <a:srgbClr val="ABB2B8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90828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01144"/>
            <a:ext cx="30276000" cy="181656"/>
          </a:xfrm>
          <a:prstGeom prst="rect">
            <a:avLst/>
          </a:prstGeom>
          <a:solidFill>
            <a:srgbClr val="0072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7816" y="1816560"/>
            <a:ext cx="5927144" cy="326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1040" y="1362420"/>
            <a:ext cx="21193200" cy="47079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869"/>
              </a:lnSpc>
              <a:spcBef>
                <a:spcPts val="0"/>
              </a:spcBef>
            </a:pPr>
            <a:r>
              <a:rPr sz="11920">
                <a:solidFill>
                  <a:srgbClr val="010305"/>
                </a:solidFill>
                <a:latin typeface="Geist Light"/>
              </a:rPr>
              <a:t>Title of the poster as one statement</a:t>
            </a:r>
          </a:p>
          <a:p>
            <a:pPr>
              <a:lnSpc>
                <a:spcPts val="6030"/>
              </a:lnSpc>
              <a:spcBef>
                <a:spcPts val="2860"/>
              </a:spcBef>
            </a:pPr>
            <a:r>
              <a:rPr sz="5240">
                <a:solidFill>
                  <a:srgbClr val="010305"/>
                </a:solidFill>
                <a:latin typeface="Geist Medium"/>
              </a:rPr>
              <a:t>Name Surname and the Forming Worlds Lab</a:t>
            </a:r>
          </a:p>
          <a:p>
            <a:pPr>
              <a:lnSpc>
                <a:spcPts val="4930"/>
              </a:lnSpc>
              <a:spcBef>
                <a:spcPts val="950"/>
              </a:spcBef>
            </a:pPr>
            <a:r>
              <a:rPr sz="4290">
                <a:solidFill>
                  <a:srgbClr val="475159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1040" y="10172736"/>
            <a:ext cx="1501690" cy="1877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4040"/>
              </a:lnSpc>
              <a:spcBef>
                <a:spcPts val="0"/>
              </a:spcBef>
            </a:pPr>
            <a:r>
              <a:rPr sz="14040">
                <a:solidFill>
                  <a:srgbClr val="0072A1"/>
                </a:solidFill>
                <a:latin typeface="Geist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2730" y="10407375"/>
            <a:ext cx="26352230" cy="1689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8280"/>
              </a:lnSpc>
              <a:spcBef>
                <a:spcPts val="0"/>
              </a:spcBef>
            </a:pPr>
            <a:r>
              <a:rPr sz="7390">
                <a:solidFill>
                  <a:srgbClr val="010305"/>
                </a:solidFill>
                <a:latin typeface="Geist Medium"/>
              </a:rPr>
              <a:t>First message as one statement</a:t>
            </a:r>
          </a:p>
        </p:txBody>
      </p:sp>
      <p:pic>
        <p:nvPicPr>
          <p:cNvPr id="8" name="Picture 7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419" y="12641744"/>
            <a:ext cx="9060890" cy="5663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1040" y="18486456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10" name="Picture 9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2691" y="12641744"/>
            <a:ext cx="9060890" cy="56630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501312" y="18486456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475159"/>
                </a:solidFill>
                <a:latin typeface="Geist"/>
              </a:rPr>
              <a:t>Second+ YY Journal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1040" y="19576392"/>
            <a:ext cx="27853920" cy="30276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1040" y="19939704"/>
            <a:ext cx="1501690" cy="1877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4040"/>
              </a:lnSpc>
              <a:spcBef>
                <a:spcPts val="0"/>
              </a:spcBef>
            </a:pPr>
            <a:r>
              <a:rPr sz="14040">
                <a:solidFill>
                  <a:srgbClr val="0072A1"/>
                </a:solidFill>
                <a:latin typeface="Geist Ligh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2730" y="20174343"/>
            <a:ext cx="26352230" cy="1689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8280"/>
              </a:lnSpc>
              <a:spcBef>
                <a:spcPts val="0"/>
              </a:spcBef>
            </a:pPr>
            <a:r>
              <a:rPr sz="7390">
                <a:solidFill>
                  <a:srgbClr val="010305"/>
                </a:solidFill>
                <a:latin typeface="Geist Medium"/>
              </a:rPr>
              <a:t>Second message as one statement</a:t>
            </a:r>
          </a:p>
        </p:txBody>
      </p:sp>
      <p:pic>
        <p:nvPicPr>
          <p:cNvPr id="15" name="Picture 14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419" y="22408712"/>
            <a:ext cx="9060890" cy="56630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1040" y="28253424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475159"/>
                </a:solidFill>
                <a:latin typeface="Geist"/>
              </a:rPr>
              <a:t>Third+ YY Journal</a:t>
            </a:r>
          </a:p>
        </p:txBody>
      </p:sp>
      <p:pic>
        <p:nvPicPr>
          <p:cNvPr id="17" name="Picture 16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2691" y="22408712"/>
            <a:ext cx="9060890" cy="56630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501312" y="28253424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475159"/>
                </a:solidFill>
                <a:latin typeface="Geist"/>
              </a:rPr>
              <a:t>Fourth+ YY Journal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1040" y="29343360"/>
            <a:ext cx="27853920" cy="30276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11040" y="29706672"/>
            <a:ext cx="1501690" cy="1877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4040"/>
              </a:lnSpc>
              <a:spcBef>
                <a:spcPts val="0"/>
              </a:spcBef>
            </a:pPr>
            <a:r>
              <a:rPr sz="14040">
                <a:solidFill>
                  <a:srgbClr val="0072A1"/>
                </a:solidFill>
                <a:latin typeface="Geist Ligh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2730" y="29941311"/>
            <a:ext cx="26352230" cy="1689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8280"/>
              </a:lnSpc>
              <a:spcBef>
                <a:spcPts val="0"/>
              </a:spcBef>
            </a:pPr>
            <a:r>
              <a:rPr sz="7390">
                <a:solidFill>
                  <a:srgbClr val="010305"/>
                </a:solidFill>
                <a:latin typeface="Geist Medium"/>
              </a:rPr>
              <a:t>Third message as one statement</a:t>
            </a:r>
          </a:p>
        </p:txBody>
      </p:sp>
      <p:pic>
        <p:nvPicPr>
          <p:cNvPr id="22" name="Picture 21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419" y="32175680"/>
            <a:ext cx="9060890" cy="56630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11040" y="38020392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475159"/>
                </a:solidFill>
                <a:latin typeface="Geist"/>
              </a:rPr>
              <a:t>Fifth+ YY Journal</a:t>
            </a:r>
          </a:p>
        </p:txBody>
      </p:sp>
      <p:pic>
        <p:nvPicPr>
          <p:cNvPr id="24" name="Picture 23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2691" y="32175680"/>
            <a:ext cx="9060890" cy="56630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501312" y="38020392"/>
            <a:ext cx="13563648" cy="10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110"/>
              </a:lnSpc>
              <a:spcBef>
                <a:spcPts val="0"/>
              </a:spcBef>
            </a:pPr>
            <a:r>
              <a:rPr sz="3579">
                <a:solidFill>
                  <a:srgbClr val="475159"/>
                </a:solidFill>
                <a:latin typeface="Geist"/>
              </a:rPr>
              <a:t>Sixth+ YY Journal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1040" y="41477911"/>
            <a:ext cx="27853920" cy="599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730"/>
              </a:lnSpc>
              <a:spcBef>
                <a:spcPts val="0"/>
              </a:spcBef>
            </a:pPr>
            <a:r>
              <a:rPr sz="4110">
                <a:solidFill>
                  <a:srgbClr val="475159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Forming Worlds Lab poster (a0portrait)</dc:title>
  <dc:subject/>
  <dc:creator>Forming Worlds Lab</dc:creator>
  <cp:keywords/>
  <dc:description>generated using python-pptx</dc:description>
  <cp:lastModifiedBy>Forming Worlds Lab</cp:lastModifiedBy>
  <cp:revision>1</cp:revision>
  <dcterms:created xsi:type="dcterms:W3CDTF">2026-10-20T00:00:00Z</dcterms:created>
  <dcterms:modified xsi:type="dcterms:W3CDTF">2026-10-20T00:00:00Z</dcterms:modified>
  <cp:category/>
</cp:coreProperties>
</file>