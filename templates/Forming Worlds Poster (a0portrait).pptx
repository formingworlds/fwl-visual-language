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0276000" cy="4280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3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6000" cy="9082800"/>
          </a:xfrm>
          <a:prstGeom prst="rect">
            <a:avLst/>
          </a:prstGeom>
          <a:solidFill>
            <a:srgbClr val="030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01144"/>
            <a:ext cx="30276000" cy="181656"/>
          </a:xfrm>
          <a:prstGeom prst="rect">
            <a:avLst/>
          </a:prstGeom>
          <a:solidFill>
            <a:srgbClr val="4DA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wl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7816" y="1816560"/>
            <a:ext cx="5927144" cy="326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1040" y="1362420"/>
            <a:ext cx="19982160" cy="726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960">
                <a:solidFill>
                  <a:srgbClr val="FFFFFF"/>
                </a:solidFill>
                <a:latin typeface="Geist Light"/>
              </a:rPr>
              <a:t>Title of the poster as one statement</a:t>
            </a:r>
          </a:p>
          <a:p>
            <a:r>
              <a:rPr sz="5260">
                <a:solidFill>
                  <a:srgbClr val="FFFFFF"/>
                </a:solidFill>
                <a:latin typeface="Geist Medium"/>
              </a:rPr>
              <a:t>Name Surname and the Forming Worlds Lab</a:t>
            </a:r>
          </a:p>
          <a:p>
            <a:r>
              <a:rPr sz="4310">
                <a:solidFill>
                  <a:srgbClr val="ABB2B8"/>
                </a:solidFill>
                <a:latin typeface="Geist"/>
              </a:rPr>
              <a:t>Kapteyn Astronomical Institute, University of Groningen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211040" y="19576392"/>
            <a:ext cx="27853920" cy="30276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1040" y="10172736"/>
            <a:ext cx="1501690" cy="1877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90">
                <a:solidFill>
                  <a:srgbClr val="4DAAD8"/>
                </a:solidFill>
                <a:latin typeface="Geist Ligh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12730" y="10407375"/>
            <a:ext cx="26352230" cy="24402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420">
                <a:solidFill>
                  <a:srgbClr val="FFFFFF"/>
                </a:solidFill>
                <a:latin typeface="Geist Medium"/>
              </a:rPr>
              <a:t>First message as one statement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85410" y="13363826"/>
            <a:ext cx="7614908" cy="4940974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618" y="13606034"/>
            <a:ext cx="7130492" cy="445655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11040" y="18486456"/>
            <a:ext cx="13563648" cy="908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590">
                <a:solidFill>
                  <a:srgbClr val="ABB2B8"/>
                </a:solidFill>
                <a:latin typeface="Geist"/>
              </a:rPr>
              <a:t>Author+ YY Journal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475682" y="13363826"/>
            <a:ext cx="7614908" cy="4940974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7890" y="13606034"/>
            <a:ext cx="7130492" cy="445655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501312" y="18486456"/>
            <a:ext cx="13563648" cy="908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590">
                <a:solidFill>
                  <a:srgbClr val="ABB2B8"/>
                </a:solidFill>
                <a:latin typeface="Geist"/>
              </a:rPr>
              <a:t>Author+ YY Journal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11040" y="29343360"/>
            <a:ext cx="27853920" cy="30276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11040" y="19939704"/>
            <a:ext cx="1501690" cy="1877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90">
                <a:solidFill>
                  <a:srgbClr val="4DAAD8"/>
                </a:solidFill>
                <a:latin typeface="Geist Ligh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2730" y="20174343"/>
            <a:ext cx="26352230" cy="24402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420">
                <a:solidFill>
                  <a:srgbClr val="FFFFFF"/>
                </a:solidFill>
                <a:latin typeface="Geist Medium"/>
              </a:rPr>
              <a:t>Second message as one statement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85410" y="23130794"/>
            <a:ext cx="7614908" cy="4940974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618" y="23373002"/>
            <a:ext cx="7130492" cy="445655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11040" y="28253424"/>
            <a:ext cx="13563648" cy="908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590">
                <a:solidFill>
                  <a:srgbClr val="ABB2B8"/>
                </a:solidFill>
                <a:latin typeface="Geist"/>
              </a:rPr>
              <a:t>Author+ YY Journal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475682" y="23130794"/>
            <a:ext cx="7614908" cy="4940974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7890" y="23373002"/>
            <a:ext cx="7130492" cy="445655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5501312" y="28253424"/>
            <a:ext cx="13563648" cy="908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590">
                <a:solidFill>
                  <a:srgbClr val="ABB2B8"/>
                </a:solidFill>
                <a:latin typeface="Geist"/>
              </a:rPr>
              <a:t>Author+ YY Journal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1040" y="29706672"/>
            <a:ext cx="1501690" cy="1877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90">
                <a:solidFill>
                  <a:srgbClr val="4DAAD8"/>
                </a:solidFill>
                <a:latin typeface="Geist Light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12730" y="29941311"/>
            <a:ext cx="26352230" cy="24402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420">
                <a:solidFill>
                  <a:srgbClr val="FFFFFF"/>
                </a:solidFill>
                <a:latin typeface="Geist Medium"/>
              </a:rPr>
              <a:t>Third message as one statement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85410" y="32897762"/>
            <a:ext cx="7614908" cy="4940974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618" y="33139970"/>
            <a:ext cx="7130492" cy="445655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11040" y="38020392"/>
            <a:ext cx="13563648" cy="908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590">
                <a:solidFill>
                  <a:srgbClr val="ABB2B8"/>
                </a:solidFill>
                <a:latin typeface="Geist"/>
              </a:rPr>
              <a:t>Author+ YY Journal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475682" y="32897762"/>
            <a:ext cx="7614908" cy="4940974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7890" y="33139970"/>
            <a:ext cx="7130492" cy="445655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5501312" y="38020392"/>
            <a:ext cx="13563648" cy="908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590">
                <a:solidFill>
                  <a:srgbClr val="ABB2B8"/>
                </a:solidFill>
                <a:latin typeface="Geist"/>
              </a:rPr>
              <a:t>Author+ YY Journal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1040" y="41350752"/>
            <a:ext cx="27853920" cy="72662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4130">
                <a:solidFill>
                  <a:srgbClr val="ABB2B8"/>
                </a:solidFill>
                <a:latin typeface="Geist"/>
              </a:rPr>
              <a:t>formingworlds.space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6000" cy="908280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01144"/>
            <a:ext cx="30276000" cy="181656"/>
          </a:xfrm>
          <a:prstGeom prst="rect">
            <a:avLst/>
          </a:prstGeom>
          <a:solidFill>
            <a:srgbClr val="0072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wl-logo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7816" y="1816560"/>
            <a:ext cx="5927144" cy="326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1040" y="1362420"/>
            <a:ext cx="19982160" cy="726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960">
                <a:solidFill>
                  <a:srgbClr val="010305"/>
                </a:solidFill>
                <a:latin typeface="Geist Light"/>
              </a:rPr>
              <a:t>Title of the poster as one statement</a:t>
            </a:r>
          </a:p>
          <a:p>
            <a:r>
              <a:rPr sz="5260">
                <a:solidFill>
                  <a:srgbClr val="010305"/>
                </a:solidFill>
                <a:latin typeface="Geist Medium"/>
              </a:rPr>
              <a:t>Name Surname and the Forming Worlds Lab</a:t>
            </a:r>
          </a:p>
          <a:p>
            <a:r>
              <a:rPr sz="4310">
                <a:solidFill>
                  <a:srgbClr val="475159"/>
                </a:solidFill>
                <a:latin typeface="Geist"/>
              </a:rPr>
              <a:t>Kapteyn Astronomical Institute, University of Groningen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211040" y="19576392"/>
            <a:ext cx="27853920" cy="30276"/>
          </a:xfrm>
          <a:prstGeom prst="rect">
            <a:avLst/>
          </a:prstGeom>
          <a:solidFill>
            <a:srgbClr val="CB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1040" y="10172736"/>
            <a:ext cx="1501690" cy="1877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90">
                <a:solidFill>
                  <a:srgbClr val="0072A1"/>
                </a:solidFill>
                <a:latin typeface="Geist Ligh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12730" y="10407375"/>
            <a:ext cx="26352230" cy="24402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420">
                <a:solidFill>
                  <a:srgbClr val="010305"/>
                </a:solidFill>
                <a:latin typeface="Geist Medium"/>
              </a:rPr>
              <a:t>First message as one statement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085" y="13363826"/>
            <a:ext cx="7905558" cy="49409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11040" y="18486456"/>
            <a:ext cx="13563648" cy="908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590">
                <a:solidFill>
                  <a:srgbClr val="475159"/>
                </a:solidFill>
                <a:latin typeface="Geist"/>
              </a:rPr>
              <a:t>Author+ YY Journal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0357" y="13363826"/>
            <a:ext cx="7905558" cy="49409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501312" y="18486456"/>
            <a:ext cx="13563648" cy="908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590">
                <a:solidFill>
                  <a:srgbClr val="475159"/>
                </a:solidFill>
                <a:latin typeface="Geist"/>
              </a:rPr>
              <a:t>Author+ YY Journal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11040" y="29343360"/>
            <a:ext cx="27853920" cy="30276"/>
          </a:xfrm>
          <a:prstGeom prst="rect">
            <a:avLst/>
          </a:prstGeom>
          <a:solidFill>
            <a:srgbClr val="CB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1040" y="19939704"/>
            <a:ext cx="1501690" cy="1877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90">
                <a:solidFill>
                  <a:srgbClr val="0072A1"/>
                </a:solidFill>
                <a:latin typeface="Geist Ligh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2730" y="20174343"/>
            <a:ext cx="26352230" cy="24402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420">
                <a:solidFill>
                  <a:srgbClr val="010305"/>
                </a:solidFill>
                <a:latin typeface="Geist Medium"/>
              </a:rPr>
              <a:t>Second message as one statement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085" y="23130794"/>
            <a:ext cx="7905558" cy="494097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11040" y="28253424"/>
            <a:ext cx="13563648" cy="908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590">
                <a:solidFill>
                  <a:srgbClr val="475159"/>
                </a:solidFill>
                <a:latin typeface="Geist"/>
              </a:rPr>
              <a:t>Author+ YY Journal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0357" y="23130794"/>
            <a:ext cx="7905558" cy="494097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501312" y="28253424"/>
            <a:ext cx="13563648" cy="908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590">
                <a:solidFill>
                  <a:srgbClr val="475159"/>
                </a:solidFill>
                <a:latin typeface="Geist"/>
              </a:rPr>
              <a:t>Author+ YY Journal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1040" y="29706672"/>
            <a:ext cx="1501690" cy="1877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90">
                <a:solidFill>
                  <a:srgbClr val="0072A1"/>
                </a:solidFill>
                <a:latin typeface="Geist Ligh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2730" y="29941311"/>
            <a:ext cx="26352230" cy="24402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420">
                <a:solidFill>
                  <a:srgbClr val="010305"/>
                </a:solidFill>
                <a:latin typeface="Geist Medium"/>
              </a:rPr>
              <a:t>Third message as one statement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085" y="32897762"/>
            <a:ext cx="7905558" cy="494097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11040" y="38020392"/>
            <a:ext cx="13563648" cy="908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590">
                <a:solidFill>
                  <a:srgbClr val="475159"/>
                </a:solidFill>
                <a:latin typeface="Geist"/>
              </a:rPr>
              <a:t>Author+ YY Journal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0357" y="32897762"/>
            <a:ext cx="7905558" cy="494097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5501312" y="38020392"/>
            <a:ext cx="13563648" cy="908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590">
                <a:solidFill>
                  <a:srgbClr val="475159"/>
                </a:solidFill>
                <a:latin typeface="Geist"/>
              </a:rPr>
              <a:t>Author+ YY Journal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1040" y="41350752"/>
            <a:ext cx="27853920" cy="72662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4130">
                <a:solidFill>
                  <a:srgbClr val="475159"/>
                </a:solidFill>
                <a:latin typeface="Geist"/>
              </a:rPr>
              <a:t>formingworlds.space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Forming Worlds Lab poster (a0portrait)</dc:title>
  <dc:subject/>
  <dc:creator>Forming Worlds Lab</dc:creator>
  <cp:keywords/>
  <dc:description>generated using python-pptx</dc:description>
  <cp:lastModifiedBy>Forming Worlds Lab</cp:lastModifiedBy>
  <cp:revision>1</cp:revision>
  <dcterms:created xsi:type="dcterms:W3CDTF">2026-10-20T00:00:00Z</dcterms:created>
  <dcterms:modified xsi:type="dcterms:W3CDTF">2026-10-20T00:00:00Z</dcterms:modified>
  <cp:category/>
</cp:coreProperties>
</file>